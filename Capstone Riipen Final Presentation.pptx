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1.xml" ContentType="application/inkml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1" r:id="rId6"/>
    <p:sldId id="271" r:id="rId7"/>
    <p:sldId id="257" r:id="rId8"/>
    <p:sldId id="270" r:id="rId9"/>
    <p:sldId id="278" r:id="rId10"/>
    <p:sldId id="265" r:id="rId11"/>
    <p:sldId id="273" r:id="rId12"/>
    <p:sldId id="274" r:id="rId13"/>
    <p:sldId id="275" r:id="rId14"/>
    <p:sldId id="279" r:id="rId15"/>
    <p:sldId id="263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3F54B58-6AB1-45A3-90A9-12C3EA3CD344}">
          <p14:sldIdLst>
            <p14:sldId id="256"/>
          </p14:sldIdLst>
        </p14:section>
        <p14:section name="Problem Statement and Context" id="{10FBE390-09C3-484F-AB48-F190589871DA}">
          <p14:sldIdLst>
            <p14:sldId id="281"/>
          </p14:sldIdLst>
        </p14:section>
        <p14:section name="Agenda" id="{A1F90960-E974-4C50-902E-6D3271C2F45A}">
          <p14:sldIdLst>
            <p14:sldId id="271"/>
          </p14:sldIdLst>
        </p14:section>
        <p14:section name="Goals" id="{72B61B75-CD82-499A-9A00-47B893C708D1}">
          <p14:sldIdLst>
            <p14:sldId id="257"/>
          </p14:sldIdLst>
        </p14:section>
        <p14:section name="Our Approach" id="{0017C4F7-00C0-4946-AF46-88AD427E6A13}">
          <p14:sldIdLst>
            <p14:sldId id="270"/>
          </p14:sldIdLst>
        </p14:section>
        <p14:section name="Key Findings" id="{50D0F0B6-D622-47E0-8A03-BFC5327B8616}">
          <p14:sldIdLst>
            <p14:sldId id="278"/>
            <p14:sldId id="265"/>
          </p14:sldIdLst>
        </p14:section>
        <p14:section name="KPIs in Action" id="{303CAB00-74F2-4965-AA95-46ABF80DA36B}">
          <p14:sldIdLst>
            <p14:sldId id="273"/>
          </p14:sldIdLst>
        </p14:section>
        <p14:section name="Recommendations and Next Steps" id="{2B8AEF09-9AE5-4238-9151-6130FD8BBB18}">
          <p14:sldIdLst>
            <p14:sldId id="274"/>
            <p14:sldId id="275"/>
            <p14:sldId id="279"/>
            <p14:sldId id="263"/>
          </p14:sldIdLst>
        </p14:section>
        <p14:section name="Q&amp;A Time!" id="{620F7600-EFD0-4457-8F87-16C39F3887CD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B7DA49-F162-BB5E-9EF2-81B9B08922AC}" v="428" dt="2026-04-08T15:07:32.096"/>
    <p1510:client id="{1AB97A94-8446-82B4-64C4-870867149A3D}" v="8" dt="2026-04-08T18:27:40.834"/>
    <p1510:client id="{1FED15F8-AE44-7B16-2D8F-B07D39100847}" v="104" dt="2026-04-08T00:53:57.477"/>
    <p1510:client id="{43409622-AA8C-8872-3206-0093F383945E}" v="27" dt="2026-04-08T17:49:53.602"/>
    <p1510:client id="{61E07C24-E7B5-5A97-A211-2BF59A085C76}" v="6" dt="2026-04-08T06:07:50.140"/>
    <p1510:client id="{84CE2E32-C43D-41BB-9BF5-D767E0263CC4}" v="5896" dt="2026-04-08T19:04:44.806"/>
    <p1510:client id="{8B8558A3-CF23-7CBE-0DBB-0ECB8F3064AD}" v="2" dt="2026-04-08T16:55:59.688"/>
    <p1510:client id="{9F24BE3E-42EB-87A9-DE1E-392F6FE864A4}" v="1856" dt="2026-04-08T03:43:49.206"/>
    <p1510:client id="{A9C8DA57-8231-3E88-B21A-8073D5B0901D}" v="143" dt="2026-04-08T16:46:52.349"/>
    <p1510:client id="{D31D15BC-E17B-240B-A88A-B199C06303BD}" v="275" dt="2026-04-08T15:20:28.272"/>
    <p1510:client id="{DF39189C-1EB5-A446-FEB6-102B4C0D0345}" v="55" dt="2026-04-07T23:44:38.336"/>
    <p1510:client id="{E1B2CA42-E83D-DF33-89B7-7F1BBAE8D3B8}" v="578" dt="2026-04-07T22:26:00.4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1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25.svg"/><Relationship Id="rId4" Type="http://schemas.openxmlformats.org/officeDocument/2006/relationships/image" Target="../media/image26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1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25.svg"/><Relationship Id="rId4" Type="http://schemas.openxmlformats.org/officeDocument/2006/relationships/image" Target="../media/image26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#1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5#2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#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#2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1#3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1#4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A15F8E-5F38-4653-8767-5D16FD98F450}" type="doc">
      <dgm:prSet loTypeId="urn:microsoft.com/office/officeart/2018/2/layout/IconLabelDescriptionList" loCatId="icon" qsTypeId="urn:microsoft.com/office/officeart/2005/8/quickstyle/simple1#1" qsCatId="simple" csTypeId="urn:microsoft.com/office/officeart/2005/8/colors/accent2_5#1" csCatId="accent2" phldr="1"/>
      <dgm:spPr/>
      <dgm:t>
        <a:bodyPr/>
        <a:lstStyle/>
        <a:p>
          <a:endParaRPr lang="en-US"/>
        </a:p>
      </dgm:t>
    </dgm:pt>
    <dgm:pt modelId="{94775787-C225-478E-B245-26B2459F4F88}">
      <dgm:prSet phldrT="[Text]" custT="1"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n-US" sz="2400" dirty="0">
              <a:latin typeface="Arial Nova"/>
            </a:rPr>
            <a:t>Without unified dashboard</a:t>
          </a:r>
        </a:p>
      </dgm:t>
    </dgm:pt>
    <dgm:pt modelId="{280A3D3F-2097-442C-8C67-6AF48181C9A2}" type="parTrans" cxnId="{BA0CDF16-209C-4E5A-9163-35D283D31AF6}">
      <dgm:prSet/>
      <dgm:spPr/>
      <dgm:t>
        <a:bodyPr/>
        <a:lstStyle/>
        <a:p>
          <a:endParaRPr lang="en-US"/>
        </a:p>
      </dgm:t>
    </dgm:pt>
    <dgm:pt modelId="{01999C20-7C6C-406D-ADBE-6FA57189E406}" type="sibTrans" cxnId="{BA0CDF16-209C-4E5A-9163-35D283D31AF6}">
      <dgm:prSet/>
      <dgm:spPr/>
      <dgm:t>
        <a:bodyPr/>
        <a:lstStyle/>
        <a:p>
          <a:endParaRPr lang="en-US"/>
        </a:p>
      </dgm:t>
    </dgm:pt>
    <dgm:pt modelId="{EA706585-7FED-473A-9C3E-0D23178F4769}">
      <dgm:prSet custT="1"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n-US" sz="2400">
              <a:latin typeface="Arial Nova"/>
            </a:rPr>
            <a:t>Can’t answer performance questions</a:t>
          </a:r>
        </a:p>
      </dgm:t>
    </dgm:pt>
    <dgm:pt modelId="{134576E7-7D1A-41A0-B26B-566C5681727B}" type="parTrans" cxnId="{68068CCF-AA2C-41E0-BDF3-73D67CCEE05D}">
      <dgm:prSet/>
      <dgm:spPr/>
      <dgm:t>
        <a:bodyPr/>
        <a:lstStyle/>
        <a:p>
          <a:endParaRPr lang="en-CA"/>
        </a:p>
      </dgm:t>
    </dgm:pt>
    <dgm:pt modelId="{9F1E3F1E-BF26-4146-BF68-EF4D777D139F}" type="sibTrans" cxnId="{68068CCF-AA2C-41E0-BDF3-73D67CCEE05D}">
      <dgm:prSet/>
      <dgm:spPr/>
      <dgm:t>
        <a:bodyPr/>
        <a:lstStyle/>
        <a:p>
          <a:endParaRPr lang="en-CA"/>
        </a:p>
      </dgm:t>
    </dgm:pt>
    <dgm:pt modelId="{BCD15143-AB60-42CD-9C68-0D1EB2E54579}">
      <dgm:prSet custT="1"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n-US" sz="2400">
              <a:latin typeface="Arial Nova"/>
            </a:rPr>
            <a:t>So, we built a tool</a:t>
          </a:r>
        </a:p>
      </dgm:t>
    </dgm:pt>
    <dgm:pt modelId="{B4830175-C00B-4670-94CD-E5AB7FE6EC76}" type="parTrans" cxnId="{54A8CB4F-DEDD-43A7-A813-9A92399638AE}">
      <dgm:prSet/>
      <dgm:spPr/>
      <dgm:t>
        <a:bodyPr/>
        <a:lstStyle/>
        <a:p>
          <a:endParaRPr lang="en-CA"/>
        </a:p>
      </dgm:t>
    </dgm:pt>
    <dgm:pt modelId="{34F79672-D260-49FB-83DE-040172E21FAF}" type="sibTrans" cxnId="{54A8CB4F-DEDD-43A7-A813-9A92399638AE}">
      <dgm:prSet/>
      <dgm:spPr/>
      <dgm:t>
        <a:bodyPr/>
        <a:lstStyle/>
        <a:p>
          <a:endParaRPr lang="en-CA"/>
        </a:p>
      </dgm:t>
    </dgm:pt>
    <dgm:pt modelId="{B7FB47AF-0A24-4B8A-A318-DA9E5D8E8A59}" type="pres">
      <dgm:prSet presAssocID="{32A15F8E-5F38-4653-8767-5D16FD98F450}" presName="root" presStyleCnt="0">
        <dgm:presLayoutVars>
          <dgm:dir/>
          <dgm:resizeHandles val="exact"/>
        </dgm:presLayoutVars>
      </dgm:prSet>
      <dgm:spPr/>
    </dgm:pt>
    <dgm:pt modelId="{67D70C8D-2C04-4A74-9D4A-B5078420EA11}" type="pres">
      <dgm:prSet presAssocID="{94775787-C225-478E-B245-26B2459F4F88}" presName="compNode" presStyleCnt="0"/>
      <dgm:spPr/>
    </dgm:pt>
    <dgm:pt modelId="{CC93E192-BEEB-4272-9965-B668B18D6666}" type="pres">
      <dgm:prSet presAssocID="{94775787-C225-478E-B245-26B2459F4F88}" presName="iconRect" presStyleLbl="node1" presStyleIdx="0" presStyleCnt="3" custLinFactNeighborX="94809" custLinFactNeighborY="827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D56BA71-69EF-433D-87A5-284383F720D8}" type="pres">
      <dgm:prSet presAssocID="{94775787-C225-478E-B245-26B2459F4F88}" presName="iconSpace" presStyleCnt="0"/>
      <dgm:spPr/>
    </dgm:pt>
    <dgm:pt modelId="{658BD835-C611-4699-B219-3DEF24123AB8}" type="pres">
      <dgm:prSet presAssocID="{94775787-C225-478E-B245-26B2459F4F88}" presName="parTx" presStyleLbl="revTx" presStyleIdx="0" presStyleCnt="6">
        <dgm:presLayoutVars>
          <dgm:chMax val="0"/>
          <dgm:chPref val="0"/>
        </dgm:presLayoutVars>
      </dgm:prSet>
      <dgm:spPr/>
    </dgm:pt>
    <dgm:pt modelId="{8C4CE7D9-663E-4C25-B57D-427751FF97B6}" type="pres">
      <dgm:prSet presAssocID="{94775787-C225-478E-B245-26B2459F4F88}" presName="txSpace" presStyleCnt="0"/>
      <dgm:spPr/>
    </dgm:pt>
    <dgm:pt modelId="{3252EA0C-E06F-48D2-85D4-CFA1328EE37E}" type="pres">
      <dgm:prSet presAssocID="{94775787-C225-478E-B245-26B2459F4F88}" presName="desTx" presStyleLbl="revTx" presStyleIdx="1" presStyleCnt="6">
        <dgm:presLayoutVars/>
      </dgm:prSet>
      <dgm:spPr/>
    </dgm:pt>
    <dgm:pt modelId="{9FDFC31F-CFD7-4E7B-9602-E1044649B983}" type="pres">
      <dgm:prSet presAssocID="{01999C20-7C6C-406D-ADBE-6FA57189E406}" presName="sibTrans" presStyleCnt="0"/>
      <dgm:spPr/>
    </dgm:pt>
    <dgm:pt modelId="{5F404131-C547-4770-AA67-4B554B1910AE}" type="pres">
      <dgm:prSet presAssocID="{EA706585-7FED-473A-9C3E-0D23178F4769}" presName="compNode" presStyleCnt="0"/>
      <dgm:spPr/>
    </dgm:pt>
    <dgm:pt modelId="{85A036C9-5070-42FE-BEB9-76D9D5096B80}" type="pres">
      <dgm:prSet presAssocID="{EA706585-7FED-473A-9C3E-0D23178F4769}" presName="iconRect" presStyleLbl="node1" presStyleIdx="1" presStyleCnt="3" custLinFactNeighborX="92857" custLinFactNeighborY="4028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F988D082-6B6A-4FBD-B29B-3E458B0D0527}" type="pres">
      <dgm:prSet presAssocID="{EA706585-7FED-473A-9C3E-0D23178F4769}" presName="iconSpace" presStyleCnt="0"/>
      <dgm:spPr/>
    </dgm:pt>
    <dgm:pt modelId="{9C5CEA54-0C2D-4A4C-94F7-B3F4FABA1F60}" type="pres">
      <dgm:prSet presAssocID="{EA706585-7FED-473A-9C3E-0D23178F4769}" presName="parTx" presStyleLbl="revTx" presStyleIdx="2" presStyleCnt="6">
        <dgm:presLayoutVars>
          <dgm:chMax val="0"/>
          <dgm:chPref val="0"/>
        </dgm:presLayoutVars>
      </dgm:prSet>
      <dgm:spPr/>
    </dgm:pt>
    <dgm:pt modelId="{8D348B11-D53A-4FA7-96DE-AE6DAF369E4D}" type="pres">
      <dgm:prSet presAssocID="{EA706585-7FED-473A-9C3E-0D23178F4769}" presName="txSpace" presStyleCnt="0"/>
      <dgm:spPr/>
    </dgm:pt>
    <dgm:pt modelId="{F77AD6B0-A91A-479D-9B05-AD46613BA0AB}" type="pres">
      <dgm:prSet presAssocID="{EA706585-7FED-473A-9C3E-0D23178F4769}" presName="desTx" presStyleLbl="revTx" presStyleIdx="3" presStyleCnt="6">
        <dgm:presLayoutVars/>
      </dgm:prSet>
      <dgm:spPr/>
    </dgm:pt>
    <dgm:pt modelId="{F32EF464-432C-4486-B874-C701CA99FC02}" type="pres">
      <dgm:prSet presAssocID="{9F1E3F1E-BF26-4146-BF68-EF4D777D139F}" presName="sibTrans" presStyleCnt="0"/>
      <dgm:spPr/>
    </dgm:pt>
    <dgm:pt modelId="{B7E22E8F-CB25-41E2-9A53-08DA0612AF91}" type="pres">
      <dgm:prSet presAssocID="{BCD15143-AB60-42CD-9C68-0D1EB2E54579}" presName="compNode" presStyleCnt="0"/>
      <dgm:spPr/>
    </dgm:pt>
    <dgm:pt modelId="{52541DAA-58CA-4591-A354-29988B54DC21}" type="pres">
      <dgm:prSet presAssocID="{BCD15143-AB60-42CD-9C68-0D1EB2E54579}" presName="iconRect" presStyleLbl="node1" presStyleIdx="2" presStyleCnt="3" custLinFactNeighborX="92901" custLinFactNeighborY="7549"/>
      <dgm:spPr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</dgm:spPr>
    </dgm:pt>
    <dgm:pt modelId="{D7E1F780-E089-4F84-BCDE-54B13998838D}" type="pres">
      <dgm:prSet presAssocID="{BCD15143-AB60-42CD-9C68-0D1EB2E54579}" presName="iconSpace" presStyleCnt="0"/>
      <dgm:spPr/>
    </dgm:pt>
    <dgm:pt modelId="{1AF8E948-2A32-4251-BCAB-EA9A553C595B}" type="pres">
      <dgm:prSet presAssocID="{BCD15143-AB60-42CD-9C68-0D1EB2E54579}" presName="parTx" presStyleLbl="revTx" presStyleIdx="4" presStyleCnt="6">
        <dgm:presLayoutVars>
          <dgm:chMax val="0"/>
          <dgm:chPref val="0"/>
        </dgm:presLayoutVars>
      </dgm:prSet>
      <dgm:spPr/>
    </dgm:pt>
    <dgm:pt modelId="{A230F2B7-0B24-43F8-BED4-A41FF07CC2D8}" type="pres">
      <dgm:prSet presAssocID="{BCD15143-AB60-42CD-9C68-0D1EB2E54579}" presName="txSpace" presStyleCnt="0"/>
      <dgm:spPr/>
    </dgm:pt>
    <dgm:pt modelId="{1EC5E826-1F2E-4D2B-98C0-31350D36068D}" type="pres">
      <dgm:prSet presAssocID="{BCD15143-AB60-42CD-9C68-0D1EB2E54579}" presName="desTx" presStyleLbl="revTx" presStyleIdx="5" presStyleCnt="6">
        <dgm:presLayoutVars/>
      </dgm:prSet>
      <dgm:spPr/>
    </dgm:pt>
  </dgm:ptLst>
  <dgm:cxnLst>
    <dgm:cxn modelId="{5C69DB08-4673-4208-B475-632BB161BF87}" type="presOf" srcId="{32A15F8E-5F38-4653-8767-5D16FD98F450}" destId="{B7FB47AF-0A24-4B8A-A318-DA9E5D8E8A59}" srcOrd="0" destOrd="0" presId="urn:microsoft.com/office/officeart/2018/2/layout/IconLabelDescriptionList"/>
    <dgm:cxn modelId="{BA0CDF16-209C-4E5A-9163-35D283D31AF6}" srcId="{32A15F8E-5F38-4653-8767-5D16FD98F450}" destId="{94775787-C225-478E-B245-26B2459F4F88}" srcOrd="0" destOrd="0" parTransId="{280A3D3F-2097-442C-8C67-6AF48181C9A2}" sibTransId="{01999C20-7C6C-406D-ADBE-6FA57189E406}"/>
    <dgm:cxn modelId="{C6C9ED3D-BEB9-46EC-9777-18C40CBCC2EE}" type="presOf" srcId="{94775787-C225-478E-B245-26B2459F4F88}" destId="{658BD835-C611-4699-B219-3DEF24123AB8}" srcOrd="0" destOrd="0" presId="urn:microsoft.com/office/officeart/2018/2/layout/IconLabelDescriptionList"/>
    <dgm:cxn modelId="{54A8CB4F-DEDD-43A7-A813-9A92399638AE}" srcId="{32A15F8E-5F38-4653-8767-5D16FD98F450}" destId="{BCD15143-AB60-42CD-9C68-0D1EB2E54579}" srcOrd="2" destOrd="0" parTransId="{B4830175-C00B-4670-94CD-E5AB7FE6EC76}" sibTransId="{34F79672-D260-49FB-83DE-040172E21FAF}"/>
    <dgm:cxn modelId="{CD03168D-FA6B-4C43-84E6-A9B0885DDB07}" type="presOf" srcId="{EA706585-7FED-473A-9C3E-0D23178F4769}" destId="{9C5CEA54-0C2D-4A4C-94F7-B3F4FABA1F60}" srcOrd="0" destOrd="0" presId="urn:microsoft.com/office/officeart/2018/2/layout/IconLabelDescriptionList"/>
    <dgm:cxn modelId="{2AA608C4-0883-4182-863E-C0772D03AB60}" type="presOf" srcId="{BCD15143-AB60-42CD-9C68-0D1EB2E54579}" destId="{1AF8E948-2A32-4251-BCAB-EA9A553C595B}" srcOrd="0" destOrd="0" presId="urn:microsoft.com/office/officeart/2018/2/layout/IconLabelDescriptionList"/>
    <dgm:cxn modelId="{68068CCF-AA2C-41E0-BDF3-73D67CCEE05D}" srcId="{32A15F8E-5F38-4653-8767-5D16FD98F450}" destId="{EA706585-7FED-473A-9C3E-0D23178F4769}" srcOrd="1" destOrd="0" parTransId="{134576E7-7D1A-41A0-B26B-566C5681727B}" sibTransId="{9F1E3F1E-BF26-4146-BF68-EF4D777D139F}"/>
    <dgm:cxn modelId="{05E41697-C1C6-4344-A961-7792D51D2961}" type="presParOf" srcId="{B7FB47AF-0A24-4B8A-A318-DA9E5D8E8A59}" destId="{67D70C8D-2C04-4A74-9D4A-B5078420EA11}" srcOrd="0" destOrd="0" presId="urn:microsoft.com/office/officeart/2018/2/layout/IconLabelDescriptionList"/>
    <dgm:cxn modelId="{77C3B40B-0A8D-4AB2-B0B2-95150E6A8592}" type="presParOf" srcId="{67D70C8D-2C04-4A74-9D4A-B5078420EA11}" destId="{CC93E192-BEEB-4272-9965-B668B18D6666}" srcOrd="0" destOrd="0" presId="urn:microsoft.com/office/officeart/2018/2/layout/IconLabelDescriptionList"/>
    <dgm:cxn modelId="{89B74F00-1BFB-4AE8-8BFC-CB5BA5765EE5}" type="presParOf" srcId="{67D70C8D-2C04-4A74-9D4A-B5078420EA11}" destId="{8D56BA71-69EF-433D-87A5-284383F720D8}" srcOrd="1" destOrd="0" presId="urn:microsoft.com/office/officeart/2018/2/layout/IconLabelDescriptionList"/>
    <dgm:cxn modelId="{A11DF045-AE42-4AE7-AF59-3BB7D03579D2}" type="presParOf" srcId="{67D70C8D-2C04-4A74-9D4A-B5078420EA11}" destId="{658BD835-C611-4699-B219-3DEF24123AB8}" srcOrd="2" destOrd="0" presId="urn:microsoft.com/office/officeart/2018/2/layout/IconLabelDescriptionList"/>
    <dgm:cxn modelId="{E7371A8E-2EEB-41F4-89FF-69DD6756D1AB}" type="presParOf" srcId="{67D70C8D-2C04-4A74-9D4A-B5078420EA11}" destId="{8C4CE7D9-663E-4C25-B57D-427751FF97B6}" srcOrd="3" destOrd="0" presId="urn:microsoft.com/office/officeart/2018/2/layout/IconLabelDescriptionList"/>
    <dgm:cxn modelId="{49F9EB8C-C260-4980-9DB6-10E0F7E9D83E}" type="presParOf" srcId="{67D70C8D-2C04-4A74-9D4A-B5078420EA11}" destId="{3252EA0C-E06F-48D2-85D4-CFA1328EE37E}" srcOrd="4" destOrd="0" presId="urn:microsoft.com/office/officeart/2018/2/layout/IconLabelDescriptionList"/>
    <dgm:cxn modelId="{8BF82DBB-CD52-4CDF-991E-1626C24D5702}" type="presParOf" srcId="{B7FB47AF-0A24-4B8A-A318-DA9E5D8E8A59}" destId="{9FDFC31F-CFD7-4E7B-9602-E1044649B983}" srcOrd="1" destOrd="0" presId="urn:microsoft.com/office/officeart/2018/2/layout/IconLabelDescriptionList"/>
    <dgm:cxn modelId="{83E886B9-34E9-4975-9975-B9E74CBF5E51}" type="presParOf" srcId="{B7FB47AF-0A24-4B8A-A318-DA9E5D8E8A59}" destId="{5F404131-C547-4770-AA67-4B554B1910AE}" srcOrd="2" destOrd="0" presId="urn:microsoft.com/office/officeart/2018/2/layout/IconLabelDescriptionList"/>
    <dgm:cxn modelId="{EC94E13B-5DA0-4E30-9D3C-BD43E25785FC}" type="presParOf" srcId="{5F404131-C547-4770-AA67-4B554B1910AE}" destId="{85A036C9-5070-42FE-BEB9-76D9D5096B80}" srcOrd="0" destOrd="0" presId="urn:microsoft.com/office/officeart/2018/2/layout/IconLabelDescriptionList"/>
    <dgm:cxn modelId="{B6B6D554-3157-4512-AFE8-8EE552427914}" type="presParOf" srcId="{5F404131-C547-4770-AA67-4B554B1910AE}" destId="{F988D082-6B6A-4FBD-B29B-3E458B0D0527}" srcOrd="1" destOrd="0" presId="urn:microsoft.com/office/officeart/2018/2/layout/IconLabelDescriptionList"/>
    <dgm:cxn modelId="{47C6F460-24B2-41C2-848F-BCCA4D041E02}" type="presParOf" srcId="{5F404131-C547-4770-AA67-4B554B1910AE}" destId="{9C5CEA54-0C2D-4A4C-94F7-B3F4FABA1F60}" srcOrd="2" destOrd="0" presId="urn:microsoft.com/office/officeart/2018/2/layout/IconLabelDescriptionList"/>
    <dgm:cxn modelId="{458BC521-F192-4AB3-9232-324FC2F5F396}" type="presParOf" srcId="{5F404131-C547-4770-AA67-4B554B1910AE}" destId="{8D348B11-D53A-4FA7-96DE-AE6DAF369E4D}" srcOrd="3" destOrd="0" presId="urn:microsoft.com/office/officeart/2018/2/layout/IconLabelDescriptionList"/>
    <dgm:cxn modelId="{C90D92AD-0758-498D-AA7F-BAFF004EE1B3}" type="presParOf" srcId="{5F404131-C547-4770-AA67-4B554B1910AE}" destId="{F77AD6B0-A91A-479D-9B05-AD46613BA0AB}" srcOrd="4" destOrd="0" presId="urn:microsoft.com/office/officeart/2018/2/layout/IconLabelDescriptionList"/>
    <dgm:cxn modelId="{286576E7-92DF-4317-9B62-E9684B93EC7F}" type="presParOf" srcId="{B7FB47AF-0A24-4B8A-A318-DA9E5D8E8A59}" destId="{F32EF464-432C-4486-B874-C701CA99FC02}" srcOrd="3" destOrd="0" presId="urn:microsoft.com/office/officeart/2018/2/layout/IconLabelDescriptionList"/>
    <dgm:cxn modelId="{855FAAA3-EA97-4B25-B4AE-8E008EC2A7F6}" type="presParOf" srcId="{B7FB47AF-0A24-4B8A-A318-DA9E5D8E8A59}" destId="{B7E22E8F-CB25-41E2-9A53-08DA0612AF91}" srcOrd="4" destOrd="0" presId="urn:microsoft.com/office/officeart/2018/2/layout/IconLabelDescriptionList"/>
    <dgm:cxn modelId="{B01B25D2-BA33-497F-AC53-820408BDF112}" type="presParOf" srcId="{B7E22E8F-CB25-41E2-9A53-08DA0612AF91}" destId="{52541DAA-58CA-4591-A354-29988B54DC21}" srcOrd="0" destOrd="0" presId="urn:microsoft.com/office/officeart/2018/2/layout/IconLabelDescriptionList"/>
    <dgm:cxn modelId="{BB0A67E2-B709-4A3E-9F6A-E3EC5846E618}" type="presParOf" srcId="{B7E22E8F-CB25-41E2-9A53-08DA0612AF91}" destId="{D7E1F780-E089-4F84-BCDE-54B13998838D}" srcOrd="1" destOrd="0" presId="urn:microsoft.com/office/officeart/2018/2/layout/IconLabelDescriptionList"/>
    <dgm:cxn modelId="{DEFBEE45-EA66-4B18-80E4-D8A16978C8D1}" type="presParOf" srcId="{B7E22E8F-CB25-41E2-9A53-08DA0612AF91}" destId="{1AF8E948-2A32-4251-BCAB-EA9A553C595B}" srcOrd="2" destOrd="0" presId="urn:microsoft.com/office/officeart/2018/2/layout/IconLabelDescriptionList"/>
    <dgm:cxn modelId="{4D6277C5-EDB4-4A6E-B76C-EE33091556B9}" type="presParOf" srcId="{B7E22E8F-CB25-41E2-9A53-08DA0612AF91}" destId="{A230F2B7-0B24-43F8-BED4-A41FF07CC2D8}" srcOrd="3" destOrd="0" presId="urn:microsoft.com/office/officeart/2018/2/layout/IconLabelDescriptionList"/>
    <dgm:cxn modelId="{880B316D-C66E-4A89-81A5-54C5237AC737}" type="presParOf" srcId="{B7E22E8F-CB25-41E2-9A53-08DA0612AF91}" destId="{1EC5E826-1F2E-4D2B-98C0-31350D36068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8DD4A0-2CFA-48AC-9BA8-914270BD5D80}" type="doc">
      <dgm:prSet loTypeId="urn:microsoft.com/office/officeart/2018/2/layout/IconVerticalSolidList" loCatId="icon" qsTypeId="urn:microsoft.com/office/officeart/2005/8/quickstyle/simple1#2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F49718E-0263-449D-8456-55441C97034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A" sz="2400">
              <a:latin typeface="Arial Nova"/>
            </a:rPr>
            <a:t>Goals</a:t>
          </a:r>
          <a:endParaRPr lang="en-US" sz="2400">
            <a:latin typeface="Arial Nova"/>
          </a:endParaRPr>
        </a:p>
      </dgm:t>
    </dgm:pt>
    <dgm:pt modelId="{121D731B-BE9A-428B-AB93-0928389BF3A0}" type="parTrans" cxnId="{4C692DD6-4B86-4400-B164-659ABAD5EB33}">
      <dgm:prSet/>
      <dgm:spPr/>
      <dgm:t>
        <a:bodyPr/>
        <a:lstStyle/>
        <a:p>
          <a:endParaRPr lang="en-US"/>
        </a:p>
      </dgm:t>
    </dgm:pt>
    <dgm:pt modelId="{F541978B-BAEC-4E6A-A933-2C58F918CF02}" type="sibTrans" cxnId="{4C692DD6-4B86-4400-B164-659ABAD5EB33}">
      <dgm:prSet/>
      <dgm:spPr/>
      <dgm:t>
        <a:bodyPr/>
        <a:lstStyle/>
        <a:p>
          <a:endParaRPr lang="en-US"/>
        </a:p>
      </dgm:t>
    </dgm:pt>
    <dgm:pt modelId="{437F668E-02BD-4AE1-A5DE-8BB6BE531C0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A" sz="2400">
              <a:latin typeface="Arial Nova"/>
            </a:rPr>
            <a:t>Our Approach</a:t>
          </a:r>
          <a:endParaRPr lang="en-US" sz="2400">
            <a:latin typeface="Arial Nova"/>
          </a:endParaRPr>
        </a:p>
      </dgm:t>
    </dgm:pt>
    <dgm:pt modelId="{BFCA8217-03C1-4F27-B579-5BE57C0B657B}" type="parTrans" cxnId="{70772828-16E7-4A49-B6D3-9A642AE25A2E}">
      <dgm:prSet/>
      <dgm:spPr/>
      <dgm:t>
        <a:bodyPr/>
        <a:lstStyle/>
        <a:p>
          <a:endParaRPr lang="en-US"/>
        </a:p>
      </dgm:t>
    </dgm:pt>
    <dgm:pt modelId="{22372750-2625-4B7C-84A7-2FCFBCFA7702}" type="sibTrans" cxnId="{70772828-16E7-4A49-B6D3-9A642AE25A2E}">
      <dgm:prSet/>
      <dgm:spPr/>
      <dgm:t>
        <a:bodyPr/>
        <a:lstStyle/>
        <a:p>
          <a:endParaRPr lang="en-US"/>
        </a:p>
      </dgm:t>
    </dgm:pt>
    <dgm:pt modelId="{A310E5B3-44B2-4731-99B2-89EF2169F38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A" sz="2400">
              <a:latin typeface="Arial Nova"/>
            </a:rPr>
            <a:t>Key Findings</a:t>
          </a:r>
          <a:endParaRPr lang="en-US" sz="2400">
            <a:latin typeface="Arial Nova"/>
          </a:endParaRPr>
        </a:p>
      </dgm:t>
    </dgm:pt>
    <dgm:pt modelId="{F994F493-6D60-4B7B-89FB-CE5A3529AB74}" type="parTrans" cxnId="{A067F3CF-D242-466E-9D5D-B9CA60892A0E}">
      <dgm:prSet/>
      <dgm:spPr/>
      <dgm:t>
        <a:bodyPr/>
        <a:lstStyle/>
        <a:p>
          <a:endParaRPr lang="en-US"/>
        </a:p>
      </dgm:t>
    </dgm:pt>
    <dgm:pt modelId="{1505E1B5-6238-49DF-9AA6-D17C453C9BFD}" type="sibTrans" cxnId="{A067F3CF-D242-466E-9D5D-B9CA60892A0E}">
      <dgm:prSet/>
      <dgm:spPr/>
      <dgm:t>
        <a:bodyPr/>
        <a:lstStyle/>
        <a:p>
          <a:endParaRPr lang="en-US"/>
        </a:p>
      </dgm:t>
    </dgm:pt>
    <dgm:pt modelId="{5EBB86B8-7C1C-4EA0-8B0F-8F64BFC6ADB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A" sz="2400">
              <a:latin typeface="Arial Nova"/>
            </a:rPr>
            <a:t>KPIs in Action</a:t>
          </a:r>
          <a:endParaRPr lang="en-US" sz="2400">
            <a:latin typeface="Arial Nova"/>
          </a:endParaRPr>
        </a:p>
      </dgm:t>
    </dgm:pt>
    <dgm:pt modelId="{659E26BC-2650-4370-9B65-7F7DBB82E55E}" type="parTrans" cxnId="{E746D89F-668F-43D3-A50B-8EEBA0467F29}">
      <dgm:prSet/>
      <dgm:spPr/>
      <dgm:t>
        <a:bodyPr/>
        <a:lstStyle/>
        <a:p>
          <a:endParaRPr lang="en-US"/>
        </a:p>
      </dgm:t>
    </dgm:pt>
    <dgm:pt modelId="{09F6A77B-0C5A-41DF-9409-D1EAD2D77B8E}" type="sibTrans" cxnId="{E746D89F-668F-43D3-A50B-8EEBA0467F29}">
      <dgm:prSet/>
      <dgm:spPr/>
      <dgm:t>
        <a:bodyPr/>
        <a:lstStyle/>
        <a:p>
          <a:endParaRPr lang="en-US"/>
        </a:p>
      </dgm:t>
    </dgm:pt>
    <dgm:pt modelId="{D7A8D19B-7D7F-42A7-BCB0-8DCF631C141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A" sz="2400">
              <a:latin typeface="Arial Nova"/>
            </a:rPr>
            <a:t>Recommendations</a:t>
          </a:r>
          <a:endParaRPr lang="en-US" sz="2400">
            <a:latin typeface="Arial Nova"/>
          </a:endParaRPr>
        </a:p>
      </dgm:t>
    </dgm:pt>
    <dgm:pt modelId="{B15914CE-5C30-4F16-8CE1-38F435C8B2BC}" type="parTrans" cxnId="{B80C9180-1CC9-450B-8C98-5280FEED5F07}">
      <dgm:prSet/>
      <dgm:spPr/>
      <dgm:t>
        <a:bodyPr/>
        <a:lstStyle/>
        <a:p>
          <a:endParaRPr lang="en-US"/>
        </a:p>
      </dgm:t>
    </dgm:pt>
    <dgm:pt modelId="{3C329B1E-B3FC-49CE-8761-3E501FA0FEFC}" type="sibTrans" cxnId="{B80C9180-1CC9-450B-8C98-5280FEED5F07}">
      <dgm:prSet/>
      <dgm:spPr/>
      <dgm:t>
        <a:bodyPr/>
        <a:lstStyle/>
        <a:p>
          <a:endParaRPr lang="en-US"/>
        </a:p>
      </dgm:t>
    </dgm:pt>
    <dgm:pt modelId="{E3BBB8E2-AC77-4BF8-BD6A-F1A59F200C2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A" sz="2400">
              <a:latin typeface="Arial Nova"/>
            </a:rPr>
            <a:t>Next Steps</a:t>
          </a:r>
          <a:endParaRPr lang="en-US" sz="2400">
            <a:latin typeface="Arial Nova"/>
          </a:endParaRPr>
        </a:p>
      </dgm:t>
    </dgm:pt>
    <dgm:pt modelId="{2FDA10BA-2C7B-4CB9-989A-EA561D38D844}" type="parTrans" cxnId="{153EC5F9-91FD-47D2-81AC-8954DEE0A47D}">
      <dgm:prSet/>
      <dgm:spPr/>
      <dgm:t>
        <a:bodyPr/>
        <a:lstStyle/>
        <a:p>
          <a:endParaRPr lang="en-US"/>
        </a:p>
      </dgm:t>
    </dgm:pt>
    <dgm:pt modelId="{687969CE-EC7F-454D-B7A9-D3C9A7F7B91B}" type="sibTrans" cxnId="{153EC5F9-91FD-47D2-81AC-8954DEE0A47D}">
      <dgm:prSet/>
      <dgm:spPr/>
      <dgm:t>
        <a:bodyPr/>
        <a:lstStyle/>
        <a:p>
          <a:endParaRPr lang="en-US"/>
        </a:p>
      </dgm:t>
    </dgm:pt>
    <dgm:pt modelId="{CFFB4046-640F-470F-B57A-59E7B4B90D4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A" sz="2400">
              <a:latin typeface="Arial Nova"/>
            </a:rPr>
            <a:t>Q&amp;A Time!</a:t>
          </a:r>
          <a:endParaRPr lang="en-US" sz="2400">
            <a:latin typeface="Arial Nova"/>
          </a:endParaRPr>
        </a:p>
      </dgm:t>
    </dgm:pt>
    <dgm:pt modelId="{4939AEE5-A98D-4E4B-A3F0-3FFF8F8CBECB}" type="parTrans" cxnId="{439FB792-55AA-4D3C-A05D-6AD9E168970D}">
      <dgm:prSet/>
      <dgm:spPr/>
      <dgm:t>
        <a:bodyPr/>
        <a:lstStyle/>
        <a:p>
          <a:endParaRPr lang="en-US"/>
        </a:p>
      </dgm:t>
    </dgm:pt>
    <dgm:pt modelId="{D81EF9D8-ADFA-4DE2-AE44-CE9D74872799}" type="sibTrans" cxnId="{439FB792-55AA-4D3C-A05D-6AD9E168970D}">
      <dgm:prSet/>
      <dgm:spPr/>
      <dgm:t>
        <a:bodyPr/>
        <a:lstStyle/>
        <a:p>
          <a:endParaRPr lang="en-US"/>
        </a:p>
      </dgm:t>
    </dgm:pt>
    <dgm:pt modelId="{017A3384-CCDE-4DC4-B439-CF6E1F602ED2}" type="pres">
      <dgm:prSet presAssocID="{4F8DD4A0-2CFA-48AC-9BA8-914270BD5D80}" presName="root" presStyleCnt="0">
        <dgm:presLayoutVars>
          <dgm:dir/>
          <dgm:resizeHandles val="exact"/>
        </dgm:presLayoutVars>
      </dgm:prSet>
      <dgm:spPr/>
    </dgm:pt>
    <dgm:pt modelId="{BDF7582A-6A09-4241-A416-E7407E1BAFBE}" type="pres">
      <dgm:prSet presAssocID="{9F49718E-0263-449D-8456-55441C97034D}" presName="compNode" presStyleCnt="0"/>
      <dgm:spPr/>
    </dgm:pt>
    <dgm:pt modelId="{5F9B0C38-FF84-4785-A476-F7114CEE246E}" type="pres">
      <dgm:prSet presAssocID="{9F49718E-0263-449D-8456-55441C97034D}" presName="bgRect" presStyleLbl="bgShp" presStyleIdx="0" presStyleCnt="7"/>
      <dgm:spPr/>
    </dgm:pt>
    <dgm:pt modelId="{555E2176-7873-4B57-9441-CCF8F533C68A}" type="pres">
      <dgm:prSet presAssocID="{9F49718E-0263-449D-8456-55441C97034D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FBBE859-6551-4B5A-993D-4B41F66EFE62}" type="pres">
      <dgm:prSet presAssocID="{9F49718E-0263-449D-8456-55441C97034D}" presName="spaceRect" presStyleCnt="0"/>
      <dgm:spPr/>
    </dgm:pt>
    <dgm:pt modelId="{8F79A037-CE42-4A25-9CD2-36A42DAFF58B}" type="pres">
      <dgm:prSet presAssocID="{9F49718E-0263-449D-8456-55441C97034D}" presName="parTx" presStyleLbl="revTx" presStyleIdx="0" presStyleCnt="7">
        <dgm:presLayoutVars>
          <dgm:chMax val="0"/>
          <dgm:chPref val="0"/>
        </dgm:presLayoutVars>
      </dgm:prSet>
      <dgm:spPr/>
    </dgm:pt>
    <dgm:pt modelId="{603D57C9-D507-4FF2-9132-77DCB9D72E53}" type="pres">
      <dgm:prSet presAssocID="{F541978B-BAEC-4E6A-A933-2C58F918CF02}" presName="sibTrans" presStyleCnt="0"/>
      <dgm:spPr/>
    </dgm:pt>
    <dgm:pt modelId="{60D1ED2B-ED4B-49FF-B16B-CC8D6BD8DA5B}" type="pres">
      <dgm:prSet presAssocID="{437F668E-02BD-4AE1-A5DE-8BB6BE531C04}" presName="compNode" presStyleCnt="0"/>
      <dgm:spPr/>
    </dgm:pt>
    <dgm:pt modelId="{81649BB5-40BA-4A1F-BD02-1A238117DEAB}" type="pres">
      <dgm:prSet presAssocID="{437F668E-02BD-4AE1-A5DE-8BB6BE531C04}" presName="bgRect" presStyleLbl="bgShp" presStyleIdx="1" presStyleCnt="7"/>
      <dgm:spPr/>
    </dgm:pt>
    <dgm:pt modelId="{6C3BBD24-28DC-4B29-9C19-0019DE2A920F}" type="pres">
      <dgm:prSet presAssocID="{437F668E-02BD-4AE1-A5DE-8BB6BE531C04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9AA56FC-A806-4FEF-A9DB-7C5AB26F6153}" type="pres">
      <dgm:prSet presAssocID="{437F668E-02BD-4AE1-A5DE-8BB6BE531C04}" presName="spaceRect" presStyleCnt="0"/>
      <dgm:spPr/>
    </dgm:pt>
    <dgm:pt modelId="{93B31188-7D36-4031-B8A8-6A18C4479760}" type="pres">
      <dgm:prSet presAssocID="{437F668E-02BD-4AE1-A5DE-8BB6BE531C04}" presName="parTx" presStyleLbl="revTx" presStyleIdx="1" presStyleCnt="7">
        <dgm:presLayoutVars>
          <dgm:chMax val="0"/>
          <dgm:chPref val="0"/>
        </dgm:presLayoutVars>
      </dgm:prSet>
      <dgm:spPr/>
    </dgm:pt>
    <dgm:pt modelId="{293D7855-D803-4A7F-877D-5F1935AD2DFA}" type="pres">
      <dgm:prSet presAssocID="{22372750-2625-4B7C-84A7-2FCFBCFA7702}" presName="sibTrans" presStyleCnt="0"/>
      <dgm:spPr/>
    </dgm:pt>
    <dgm:pt modelId="{BF831713-C225-4743-BFEA-6D1CA383DB7E}" type="pres">
      <dgm:prSet presAssocID="{A310E5B3-44B2-4731-99B2-89EF2169F389}" presName="compNode" presStyleCnt="0"/>
      <dgm:spPr/>
    </dgm:pt>
    <dgm:pt modelId="{FD250772-C770-4403-AEAC-E37D119E1E92}" type="pres">
      <dgm:prSet presAssocID="{A310E5B3-44B2-4731-99B2-89EF2169F389}" presName="bgRect" presStyleLbl="bgShp" presStyleIdx="2" presStyleCnt="7"/>
      <dgm:spPr/>
    </dgm:pt>
    <dgm:pt modelId="{AAF235B9-C3A1-491A-84D2-3C0CC46AE52B}" type="pres">
      <dgm:prSet presAssocID="{A310E5B3-44B2-4731-99B2-89EF2169F389}" presName="iconRect" presStyleLbl="node1" presStyleIdx="2" presStyleCnt="7"/>
      <dgm:spPr>
        <a:blipFill rotWithShape="1"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6814666-FBD0-4542-8F8A-5BEBBC3CF181}" type="pres">
      <dgm:prSet presAssocID="{A310E5B3-44B2-4731-99B2-89EF2169F389}" presName="spaceRect" presStyleCnt="0"/>
      <dgm:spPr/>
    </dgm:pt>
    <dgm:pt modelId="{B049E9F6-857C-4870-B254-D8E72C47D2A5}" type="pres">
      <dgm:prSet presAssocID="{A310E5B3-44B2-4731-99B2-89EF2169F389}" presName="parTx" presStyleLbl="revTx" presStyleIdx="2" presStyleCnt="7">
        <dgm:presLayoutVars>
          <dgm:chMax val="0"/>
          <dgm:chPref val="0"/>
        </dgm:presLayoutVars>
      </dgm:prSet>
      <dgm:spPr/>
    </dgm:pt>
    <dgm:pt modelId="{1CE970C4-FCD2-4BF9-8833-35449B41DBE9}" type="pres">
      <dgm:prSet presAssocID="{1505E1B5-6238-49DF-9AA6-D17C453C9BFD}" presName="sibTrans" presStyleCnt="0"/>
      <dgm:spPr/>
    </dgm:pt>
    <dgm:pt modelId="{3FC53AB3-BC1B-4D9B-B48F-A7BB258DE8F7}" type="pres">
      <dgm:prSet presAssocID="{5EBB86B8-7C1C-4EA0-8B0F-8F64BFC6ADB5}" presName="compNode" presStyleCnt="0"/>
      <dgm:spPr/>
    </dgm:pt>
    <dgm:pt modelId="{5C7ACC79-920C-4438-A038-C23A6D29A95A}" type="pres">
      <dgm:prSet presAssocID="{5EBB86B8-7C1C-4EA0-8B0F-8F64BFC6ADB5}" presName="bgRect" presStyleLbl="bgShp" presStyleIdx="3" presStyleCnt="7"/>
      <dgm:spPr/>
    </dgm:pt>
    <dgm:pt modelId="{2DF0B4AE-2ADE-458F-8D20-081FF6292632}" type="pres">
      <dgm:prSet presAssocID="{5EBB86B8-7C1C-4EA0-8B0F-8F64BFC6ADB5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28B7DB2-6288-4514-B9E3-B343214880A3}" type="pres">
      <dgm:prSet presAssocID="{5EBB86B8-7C1C-4EA0-8B0F-8F64BFC6ADB5}" presName="spaceRect" presStyleCnt="0"/>
      <dgm:spPr/>
    </dgm:pt>
    <dgm:pt modelId="{AF46ECF6-EBBB-49A4-A509-55CDBF659212}" type="pres">
      <dgm:prSet presAssocID="{5EBB86B8-7C1C-4EA0-8B0F-8F64BFC6ADB5}" presName="parTx" presStyleLbl="revTx" presStyleIdx="3" presStyleCnt="7">
        <dgm:presLayoutVars>
          <dgm:chMax val="0"/>
          <dgm:chPref val="0"/>
        </dgm:presLayoutVars>
      </dgm:prSet>
      <dgm:spPr/>
    </dgm:pt>
    <dgm:pt modelId="{8CCCEE00-34D8-4F14-A567-94EC30F5CDF1}" type="pres">
      <dgm:prSet presAssocID="{09F6A77B-0C5A-41DF-9409-D1EAD2D77B8E}" presName="sibTrans" presStyleCnt="0"/>
      <dgm:spPr/>
    </dgm:pt>
    <dgm:pt modelId="{CBD2729E-4F11-4706-A4A2-32A4465F5C44}" type="pres">
      <dgm:prSet presAssocID="{D7A8D19B-7D7F-42A7-BCB0-8DCF631C1419}" presName="compNode" presStyleCnt="0"/>
      <dgm:spPr/>
    </dgm:pt>
    <dgm:pt modelId="{76AEDD86-8E5E-4577-990E-B78C990BAF5B}" type="pres">
      <dgm:prSet presAssocID="{D7A8D19B-7D7F-42A7-BCB0-8DCF631C1419}" presName="bgRect" presStyleLbl="bgShp" presStyleIdx="4" presStyleCnt="7"/>
      <dgm:spPr/>
    </dgm:pt>
    <dgm:pt modelId="{A4A23E40-35FC-4B46-BA06-F0F011308AAB}" type="pres">
      <dgm:prSet presAssocID="{D7A8D19B-7D7F-42A7-BCB0-8DCF631C1419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CF2F08F6-3FDD-4F0E-91E2-C5824992DBA7}" type="pres">
      <dgm:prSet presAssocID="{D7A8D19B-7D7F-42A7-BCB0-8DCF631C1419}" presName="spaceRect" presStyleCnt="0"/>
      <dgm:spPr/>
    </dgm:pt>
    <dgm:pt modelId="{561369E4-B50D-4BA6-A05F-12906AF18AA5}" type="pres">
      <dgm:prSet presAssocID="{D7A8D19B-7D7F-42A7-BCB0-8DCF631C1419}" presName="parTx" presStyleLbl="revTx" presStyleIdx="4" presStyleCnt="7">
        <dgm:presLayoutVars>
          <dgm:chMax val="0"/>
          <dgm:chPref val="0"/>
        </dgm:presLayoutVars>
      </dgm:prSet>
      <dgm:spPr/>
    </dgm:pt>
    <dgm:pt modelId="{5A30B8B1-1AFC-4FA0-87FA-C085BB119032}" type="pres">
      <dgm:prSet presAssocID="{3C329B1E-B3FC-49CE-8761-3E501FA0FEFC}" presName="sibTrans" presStyleCnt="0"/>
      <dgm:spPr/>
    </dgm:pt>
    <dgm:pt modelId="{E27ED642-B806-4364-8E3A-077EDA9C127D}" type="pres">
      <dgm:prSet presAssocID="{E3BBB8E2-AC77-4BF8-BD6A-F1A59F200C22}" presName="compNode" presStyleCnt="0"/>
      <dgm:spPr/>
    </dgm:pt>
    <dgm:pt modelId="{FA32F4DF-BF02-4347-818D-9A174D3FDC45}" type="pres">
      <dgm:prSet presAssocID="{E3BBB8E2-AC77-4BF8-BD6A-F1A59F200C22}" presName="bgRect" presStyleLbl="bgShp" presStyleIdx="5" presStyleCnt="7"/>
      <dgm:spPr/>
    </dgm:pt>
    <dgm:pt modelId="{77BE59E5-0A69-4102-8736-81029E9DBE46}" type="pres">
      <dgm:prSet presAssocID="{E3BBB8E2-AC77-4BF8-BD6A-F1A59F200C22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prints"/>
        </a:ext>
      </dgm:extLst>
    </dgm:pt>
    <dgm:pt modelId="{9CEB05C0-8334-4812-B176-F6DA000E5E46}" type="pres">
      <dgm:prSet presAssocID="{E3BBB8E2-AC77-4BF8-BD6A-F1A59F200C22}" presName="spaceRect" presStyleCnt="0"/>
      <dgm:spPr/>
    </dgm:pt>
    <dgm:pt modelId="{A4973780-7E0C-443A-9BE4-FA14E2CAFD8F}" type="pres">
      <dgm:prSet presAssocID="{E3BBB8E2-AC77-4BF8-BD6A-F1A59F200C22}" presName="parTx" presStyleLbl="revTx" presStyleIdx="5" presStyleCnt="7">
        <dgm:presLayoutVars>
          <dgm:chMax val="0"/>
          <dgm:chPref val="0"/>
        </dgm:presLayoutVars>
      </dgm:prSet>
      <dgm:spPr/>
    </dgm:pt>
    <dgm:pt modelId="{7143876F-7206-4A4F-A7DD-ABCE184E7CBD}" type="pres">
      <dgm:prSet presAssocID="{687969CE-EC7F-454D-B7A9-D3C9A7F7B91B}" presName="sibTrans" presStyleCnt="0"/>
      <dgm:spPr/>
    </dgm:pt>
    <dgm:pt modelId="{E3F1D091-86FD-4C3D-AEA9-243F016BDCB7}" type="pres">
      <dgm:prSet presAssocID="{CFFB4046-640F-470F-B57A-59E7B4B90D40}" presName="compNode" presStyleCnt="0"/>
      <dgm:spPr/>
    </dgm:pt>
    <dgm:pt modelId="{B548226E-E0F4-4A8F-B6CD-D96BADD08310}" type="pres">
      <dgm:prSet presAssocID="{CFFB4046-640F-470F-B57A-59E7B4B90D40}" presName="bgRect" presStyleLbl="bgShp" presStyleIdx="6" presStyleCnt="7"/>
      <dgm:spPr/>
    </dgm:pt>
    <dgm:pt modelId="{17B80A9D-01D9-4BB3-A52D-3BD0274F423E}" type="pres">
      <dgm:prSet presAssocID="{CFFB4046-640F-470F-B57A-59E7B4B90D40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4F6E67D-968C-4C1A-A2B4-A929171DD1F3}" type="pres">
      <dgm:prSet presAssocID="{CFFB4046-640F-470F-B57A-59E7B4B90D40}" presName="spaceRect" presStyleCnt="0"/>
      <dgm:spPr/>
    </dgm:pt>
    <dgm:pt modelId="{28206411-3D2D-4DD8-A6ED-5AB64016FE36}" type="pres">
      <dgm:prSet presAssocID="{CFFB4046-640F-470F-B57A-59E7B4B90D40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E0C62F14-A04E-49C8-A0B1-C42572254FED}" type="presOf" srcId="{A310E5B3-44B2-4731-99B2-89EF2169F389}" destId="{B049E9F6-857C-4870-B254-D8E72C47D2A5}" srcOrd="0" destOrd="0" presId="urn:microsoft.com/office/officeart/2018/2/layout/IconVerticalSolidList"/>
    <dgm:cxn modelId="{70772828-16E7-4A49-B6D3-9A642AE25A2E}" srcId="{4F8DD4A0-2CFA-48AC-9BA8-914270BD5D80}" destId="{437F668E-02BD-4AE1-A5DE-8BB6BE531C04}" srcOrd="1" destOrd="0" parTransId="{BFCA8217-03C1-4F27-B579-5BE57C0B657B}" sibTransId="{22372750-2625-4B7C-84A7-2FCFBCFA7702}"/>
    <dgm:cxn modelId="{A49B483C-9C24-4ADB-BADA-1CA17338AFCE}" type="presOf" srcId="{CFFB4046-640F-470F-B57A-59E7B4B90D40}" destId="{28206411-3D2D-4DD8-A6ED-5AB64016FE36}" srcOrd="0" destOrd="0" presId="urn:microsoft.com/office/officeart/2018/2/layout/IconVerticalSolidList"/>
    <dgm:cxn modelId="{E44ADC3D-972E-429F-B9B1-59687B5B5277}" type="presOf" srcId="{E3BBB8E2-AC77-4BF8-BD6A-F1A59F200C22}" destId="{A4973780-7E0C-443A-9BE4-FA14E2CAFD8F}" srcOrd="0" destOrd="0" presId="urn:microsoft.com/office/officeart/2018/2/layout/IconVerticalSolidList"/>
    <dgm:cxn modelId="{FBA32249-4A39-4D6B-9CCA-84E514107E25}" type="presOf" srcId="{D7A8D19B-7D7F-42A7-BCB0-8DCF631C1419}" destId="{561369E4-B50D-4BA6-A05F-12906AF18AA5}" srcOrd="0" destOrd="0" presId="urn:microsoft.com/office/officeart/2018/2/layout/IconVerticalSolidList"/>
    <dgm:cxn modelId="{F2A6026F-6634-483A-AF9C-AF2DA8315969}" type="presOf" srcId="{9F49718E-0263-449D-8456-55441C97034D}" destId="{8F79A037-CE42-4A25-9CD2-36A42DAFF58B}" srcOrd="0" destOrd="0" presId="urn:microsoft.com/office/officeart/2018/2/layout/IconVerticalSolidList"/>
    <dgm:cxn modelId="{B80C9180-1CC9-450B-8C98-5280FEED5F07}" srcId="{4F8DD4A0-2CFA-48AC-9BA8-914270BD5D80}" destId="{D7A8D19B-7D7F-42A7-BCB0-8DCF631C1419}" srcOrd="4" destOrd="0" parTransId="{B15914CE-5C30-4F16-8CE1-38F435C8B2BC}" sibTransId="{3C329B1E-B3FC-49CE-8761-3E501FA0FEFC}"/>
    <dgm:cxn modelId="{5A67EB83-B048-4946-B099-B3559D417D79}" type="presOf" srcId="{437F668E-02BD-4AE1-A5DE-8BB6BE531C04}" destId="{93B31188-7D36-4031-B8A8-6A18C4479760}" srcOrd="0" destOrd="0" presId="urn:microsoft.com/office/officeart/2018/2/layout/IconVerticalSolidList"/>
    <dgm:cxn modelId="{439FB792-55AA-4D3C-A05D-6AD9E168970D}" srcId="{4F8DD4A0-2CFA-48AC-9BA8-914270BD5D80}" destId="{CFFB4046-640F-470F-B57A-59E7B4B90D40}" srcOrd="6" destOrd="0" parTransId="{4939AEE5-A98D-4E4B-A3F0-3FFF8F8CBECB}" sibTransId="{D81EF9D8-ADFA-4DE2-AE44-CE9D74872799}"/>
    <dgm:cxn modelId="{E746D89F-668F-43D3-A50B-8EEBA0467F29}" srcId="{4F8DD4A0-2CFA-48AC-9BA8-914270BD5D80}" destId="{5EBB86B8-7C1C-4EA0-8B0F-8F64BFC6ADB5}" srcOrd="3" destOrd="0" parTransId="{659E26BC-2650-4370-9B65-7F7DBB82E55E}" sibTransId="{09F6A77B-0C5A-41DF-9409-D1EAD2D77B8E}"/>
    <dgm:cxn modelId="{89EE20A8-FA74-4B56-9ECA-94EF24A10631}" type="presOf" srcId="{5EBB86B8-7C1C-4EA0-8B0F-8F64BFC6ADB5}" destId="{AF46ECF6-EBBB-49A4-A509-55CDBF659212}" srcOrd="0" destOrd="0" presId="urn:microsoft.com/office/officeart/2018/2/layout/IconVerticalSolidList"/>
    <dgm:cxn modelId="{A067F3CF-D242-466E-9D5D-B9CA60892A0E}" srcId="{4F8DD4A0-2CFA-48AC-9BA8-914270BD5D80}" destId="{A310E5B3-44B2-4731-99B2-89EF2169F389}" srcOrd="2" destOrd="0" parTransId="{F994F493-6D60-4B7B-89FB-CE5A3529AB74}" sibTransId="{1505E1B5-6238-49DF-9AA6-D17C453C9BFD}"/>
    <dgm:cxn modelId="{4C692DD6-4B86-4400-B164-659ABAD5EB33}" srcId="{4F8DD4A0-2CFA-48AC-9BA8-914270BD5D80}" destId="{9F49718E-0263-449D-8456-55441C97034D}" srcOrd="0" destOrd="0" parTransId="{121D731B-BE9A-428B-AB93-0928389BF3A0}" sibTransId="{F541978B-BAEC-4E6A-A933-2C58F918CF02}"/>
    <dgm:cxn modelId="{33972FDA-906D-4433-B6B9-D962941F7A89}" type="presOf" srcId="{4F8DD4A0-2CFA-48AC-9BA8-914270BD5D80}" destId="{017A3384-CCDE-4DC4-B439-CF6E1F602ED2}" srcOrd="0" destOrd="0" presId="urn:microsoft.com/office/officeart/2018/2/layout/IconVerticalSolidList"/>
    <dgm:cxn modelId="{153EC5F9-91FD-47D2-81AC-8954DEE0A47D}" srcId="{4F8DD4A0-2CFA-48AC-9BA8-914270BD5D80}" destId="{E3BBB8E2-AC77-4BF8-BD6A-F1A59F200C22}" srcOrd="5" destOrd="0" parTransId="{2FDA10BA-2C7B-4CB9-989A-EA561D38D844}" sibTransId="{687969CE-EC7F-454D-B7A9-D3C9A7F7B91B}"/>
    <dgm:cxn modelId="{A53645E5-D235-493A-819B-609AF9A7B194}" type="presParOf" srcId="{017A3384-CCDE-4DC4-B439-CF6E1F602ED2}" destId="{BDF7582A-6A09-4241-A416-E7407E1BAFBE}" srcOrd="0" destOrd="0" presId="urn:microsoft.com/office/officeart/2018/2/layout/IconVerticalSolidList"/>
    <dgm:cxn modelId="{4C71BD1F-B887-496C-B207-BE5667CDA50D}" type="presParOf" srcId="{BDF7582A-6A09-4241-A416-E7407E1BAFBE}" destId="{5F9B0C38-FF84-4785-A476-F7114CEE246E}" srcOrd="0" destOrd="0" presId="urn:microsoft.com/office/officeart/2018/2/layout/IconVerticalSolidList"/>
    <dgm:cxn modelId="{EE1CB06B-12D2-42F0-80C2-53F37C0C6AA9}" type="presParOf" srcId="{BDF7582A-6A09-4241-A416-E7407E1BAFBE}" destId="{555E2176-7873-4B57-9441-CCF8F533C68A}" srcOrd="1" destOrd="0" presId="urn:microsoft.com/office/officeart/2018/2/layout/IconVerticalSolidList"/>
    <dgm:cxn modelId="{009ED40F-E27A-4356-9B05-B4001B1446F2}" type="presParOf" srcId="{BDF7582A-6A09-4241-A416-E7407E1BAFBE}" destId="{EFBBE859-6551-4B5A-993D-4B41F66EFE62}" srcOrd="2" destOrd="0" presId="urn:microsoft.com/office/officeart/2018/2/layout/IconVerticalSolidList"/>
    <dgm:cxn modelId="{55290CC3-158B-4BD3-A659-4FDBC0CCFE5F}" type="presParOf" srcId="{BDF7582A-6A09-4241-A416-E7407E1BAFBE}" destId="{8F79A037-CE42-4A25-9CD2-36A42DAFF58B}" srcOrd="3" destOrd="0" presId="urn:microsoft.com/office/officeart/2018/2/layout/IconVerticalSolidList"/>
    <dgm:cxn modelId="{A9F2CE4A-0B23-40B9-9224-698562A57B24}" type="presParOf" srcId="{017A3384-CCDE-4DC4-B439-CF6E1F602ED2}" destId="{603D57C9-D507-4FF2-9132-77DCB9D72E53}" srcOrd="1" destOrd="0" presId="urn:microsoft.com/office/officeart/2018/2/layout/IconVerticalSolidList"/>
    <dgm:cxn modelId="{3B156B71-1C17-475E-9CB1-C376A9D8A2EB}" type="presParOf" srcId="{017A3384-CCDE-4DC4-B439-CF6E1F602ED2}" destId="{60D1ED2B-ED4B-49FF-B16B-CC8D6BD8DA5B}" srcOrd="2" destOrd="0" presId="urn:microsoft.com/office/officeart/2018/2/layout/IconVerticalSolidList"/>
    <dgm:cxn modelId="{D294667F-A665-481C-8023-063180E72E29}" type="presParOf" srcId="{60D1ED2B-ED4B-49FF-B16B-CC8D6BD8DA5B}" destId="{81649BB5-40BA-4A1F-BD02-1A238117DEAB}" srcOrd="0" destOrd="0" presId="urn:microsoft.com/office/officeart/2018/2/layout/IconVerticalSolidList"/>
    <dgm:cxn modelId="{CF5BFA58-D4A2-48DD-9692-3B266298878B}" type="presParOf" srcId="{60D1ED2B-ED4B-49FF-B16B-CC8D6BD8DA5B}" destId="{6C3BBD24-28DC-4B29-9C19-0019DE2A920F}" srcOrd="1" destOrd="0" presId="urn:microsoft.com/office/officeart/2018/2/layout/IconVerticalSolidList"/>
    <dgm:cxn modelId="{149EC96A-3E6A-412D-A1D6-0FB83E5B0E63}" type="presParOf" srcId="{60D1ED2B-ED4B-49FF-B16B-CC8D6BD8DA5B}" destId="{B9AA56FC-A806-4FEF-A9DB-7C5AB26F6153}" srcOrd="2" destOrd="0" presId="urn:microsoft.com/office/officeart/2018/2/layout/IconVerticalSolidList"/>
    <dgm:cxn modelId="{C64B788C-FE7E-4A32-A911-BC83158075BD}" type="presParOf" srcId="{60D1ED2B-ED4B-49FF-B16B-CC8D6BD8DA5B}" destId="{93B31188-7D36-4031-B8A8-6A18C4479760}" srcOrd="3" destOrd="0" presId="urn:microsoft.com/office/officeart/2018/2/layout/IconVerticalSolidList"/>
    <dgm:cxn modelId="{1F2142FA-434E-4FAA-B6C5-FA3CBAD0764A}" type="presParOf" srcId="{017A3384-CCDE-4DC4-B439-CF6E1F602ED2}" destId="{293D7855-D803-4A7F-877D-5F1935AD2DFA}" srcOrd="3" destOrd="0" presId="urn:microsoft.com/office/officeart/2018/2/layout/IconVerticalSolidList"/>
    <dgm:cxn modelId="{86CDC7C2-6F85-4B7A-A520-E38EDA2FB84A}" type="presParOf" srcId="{017A3384-CCDE-4DC4-B439-CF6E1F602ED2}" destId="{BF831713-C225-4743-BFEA-6D1CA383DB7E}" srcOrd="4" destOrd="0" presId="urn:microsoft.com/office/officeart/2018/2/layout/IconVerticalSolidList"/>
    <dgm:cxn modelId="{A7F851B4-1528-466F-8478-7BA7D5AEEBFC}" type="presParOf" srcId="{BF831713-C225-4743-BFEA-6D1CA383DB7E}" destId="{FD250772-C770-4403-AEAC-E37D119E1E92}" srcOrd="0" destOrd="0" presId="urn:microsoft.com/office/officeart/2018/2/layout/IconVerticalSolidList"/>
    <dgm:cxn modelId="{24C060C8-D00F-4141-91A4-04C1F52AEB6F}" type="presParOf" srcId="{BF831713-C225-4743-BFEA-6D1CA383DB7E}" destId="{AAF235B9-C3A1-491A-84D2-3C0CC46AE52B}" srcOrd="1" destOrd="0" presId="urn:microsoft.com/office/officeart/2018/2/layout/IconVerticalSolidList"/>
    <dgm:cxn modelId="{BBF4C370-6BD0-4784-A85E-9EE34A6FBFC6}" type="presParOf" srcId="{BF831713-C225-4743-BFEA-6D1CA383DB7E}" destId="{C6814666-FBD0-4542-8F8A-5BEBBC3CF181}" srcOrd="2" destOrd="0" presId="urn:microsoft.com/office/officeart/2018/2/layout/IconVerticalSolidList"/>
    <dgm:cxn modelId="{F35578B5-8B65-40B6-8681-2ECAAB123084}" type="presParOf" srcId="{BF831713-C225-4743-BFEA-6D1CA383DB7E}" destId="{B049E9F6-857C-4870-B254-D8E72C47D2A5}" srcOrd="3" destOrd="0" presId="urn:microsoft.com/office/officeart/2018/2/layout/IconVerticalSolidList"/>
    <dgm:cxn modelId="{73BD78A6-1723-4468-B3A8-F5CB267877FA}" type="presParOf" srcId="{017A3384-CCDE-4DC4-B439-CF6E1F602ED2}" destId="{1CE970C4-FCD2-4BF9-8833-35449B41DBE9}" srcOrd="5" destOrd="0" presId="urn:microsoft.com/office/officeart/2018/2/layout/IconVerticalSolidList"/>
    <dgm:cxn modelId="{464F0EB8-2EB2-49D6-AE78-DB7090B5208D}" type="presParOf" srcId="{017A3384-CCDE-4DC4-B439-CF6E1F602ED2}" destId="{3FC53AB3-BC1B-4D9B-B48F-A7BB258DE8F7}" srcOrd="6" destOrd="0" presId="urn:microsoft.com/office/officeart/2018/2/layout/IconVerticalSolidList"/>
    <dgm:cxn modelId="{2324588D-AAD7-4B5C-9AAD-66D769C05E60}" type="presParOf" srcId="{3FC53AB3-BC1B-4D9B-B48F-A7BB258DE8F7}" destId="{5C7ACC79-920C-4438-A038-C23A6D29A95A}" srcOrd="0" destOrd="0" presId="urn:microsoft.com/office/officeart/2018/2/layout/IconVerticalSolidList"/>
    <dgm:cxn modelId="{0DBA9C4F-EE72-49F3-A6D9-0E9AE0E2AE76}" type="presParOf" srcId="{3FC53AB3-BC1B-4D9B-B48F-A7BB258DE8F7}" destId="{2DF0B4AE-2ADE-458F-8D20-081FF6292632}" srcOrd="1" destOrd="0" presId="urn:microsoft.com/office/officeart/2018/2/layout/IconVerticalSolidList"/>
    <dgm:cxn modelId="{179E7B9D-9DC1-453D-9CD2-F4150D75FBAC}" type="presParOf" srcId="{3FC53AB3-BC1B-4D9B-B48F-A7BB258DE8F7}" destId="{328B7DB2-6288-4514-B9E3-B343214880A3}" srcOrd="2" destOrd="0" presId="urn:microsoft.com/office/officeart/2018/2/layout/IconVerticalSolidList"/>
    <dgm:cxn modelId="{0C719B10-9CA4-4DEB-AF97-0BECF8A7C1DA}" type="presParOf" srcId="{3FC53AB3-BC1B-4D9B-B48F-A7BB258DE8F7}" destId="{AF46ECF6-EBBB-49A4-A509-55CDBF659212}" srcOrd="3" destOrd="0" presId="urn:microsoft.com/office/officeart/2018/2/layout/IconVerticalSolidList"/>
    <dgm:cxn modelId="{D52C4582-DE87-42EB-A7B3-259D0F87EE13}" type="presParOf" srcId="{017A3384-CCDE-4DC4-B439-CF6E1F602ED2}" destId="{8CCCEE00-34D8-4F14-A567-94EC30F5CDF1}" srcOrd="7" destOrd="0" presId="urn:microsoft.com/office/officeart/2018/2/layout/IconVerticalSolidList"/>
    <dgm:cxn modelId="{36011975-AD33-43B2-AD68-BE03BD9D12DA}" type="presParOf" srcId="{017A3384-CCDE-4DC4-B439-CF6E1F602ED2}" destId="{CBD2729E-4F11-4706-A4A2-32A4465F5C44}" srcOrd="8" destOrd="0" presId="urn:microsoft.com/office/officeart/2018/2/layout/IconVerticalSolidList"/>
    <dgm:cxn modelId="{FBA89A27-1A1E-4320-AF22-338647D92E32}" type="presParOf" srcId="{CBD2729E-4F11-4706-A4A2-32A4465F5C44}" destId="{76AEDD86-8E5E-4577-990E-B78C990BAF5B}" srcOrd="0" destOrd="0" presId="urn:microsoft.com/office/officeart/2018/2/layout/IconVerticalSolidList"/>
    <dgm:cxn modelId="{6AEC0280-53D4-4CBB-ABFC-1F13CFD984BD}" type="presParOf" srcId="{CBD2729E-4F11-4706-A4A2-32A4465F5C44}" destId="{A4A23E40-35FC-4B46-BA06-F0F011308AAB}" srcOrd="1" destOrd="0" presId="urn:microsoft.com/office/officeart/2018/2/layout/IconVerticalSolidList"/>
    <dgm:cxn modelId="{4C8C962F-96DB-4C6E-B236-7AF2F6960D81}" type="presParOf" srcId="{CBD2729E-4F11-4706-A4A2-32A4465F5C44}" destId="{CF2F08F6-3FDD-4F0E-91E2-C5824992DBA7}" srcOrd="2" destOrd="0" presId="urn:microsoft.com/office/officeart/2018/2/layout/IconVerticalSolidList"/>
    <dgm:cxn modelId="{66AC31ED-4EDB-47BB-9694-6119BC53E279}" type="presParOf" srcId="{CBD2729E-4F11-4706-A4A2-32A4465F5C44}" destId="{561369E4-B50D-4BA6-A05F-12906AF18AA5}" srcOrd="3" destOrd="0" presId="urn:microsoft.com/office/officeart/2018/2/layout/IconVerticalSolidList"/>
    <dgm:cxn modelId="{3111D058-3909-486B-BEDB-7F2269475917}" type="presParOf" srcId="{017A3384-CCDE-4DC4-B439-CF6E1F602ED2}" destId="{5A30B8B1-1AFC-4FA0-87FA-C085BB119032}" srcOrd="9" destOrd="0" presId="urn:microsoft.com/office/officeart/2018/2/layout/IconVerticalSolidList"/>
    <dgm:cxn modelId="{80E3ACB7-63C5-44F3-86EB-AECD66346B1B}" type="presParOf" srcId="{017A3384-CCDE-4DC4-B439-CF6E1F602ED2}" destId="{E27ED642-B806-4364-8E3A-077EDA9C127D}" srcOrd="10" destOrd="0" presId="urn:microsoft.com/office/officeart/2018/2/layout/IconVerticalSolidList"/>
    <dgm:cxn modelId="{3F4AF39D-33F9-40C2-B241-5B46F9E31808}" type="presParOf" srcId="{E27ED642-B806-4364-8E3A-077EDA9C127D}" destId="{FA32F4DF-BF02-4347-818D-9A174D3FDC45}" srcOrd="0" destOrd="0" presId="urn:microsoft.com/office/officeart/2018/2/layout/IconVerticalSolidList"/>
    <dgm:cxn modelId="{FB72B05E-39DA-42CA-BAF7-1634041E7FEC}" type="presParOf" srcId="{E27ED642-B806-4364-8E3A-077EDA9C127D}" destId="{77BE59E5-0A69-4102-8736-81029E9DBE46}" srcOrd="1" destOrd="0" presId="urn:microsoft.com/office/officeart/2018/2/layout/IconVerticalSolidList"/>
    <dgm:cxn modelId="{07EA42CB-AF7E-4AC1-BF1F-88CBC50B8540}" type="presParOf" srcId="{E27ED642-B806-4364-8E3A-077EDA9C127D}" destId="{9CEB05C0-8334-4812-B176-F6DA000E5E46}" srcOrd="2" destOrd="0" presId="urn:microsoft.com/office/officeart/2018/2/layout/IconVerticalSolidList"/>
    <dgm:cxn modelId="{A42E23BB-B390-450F-94E6-F17C68B204AE}" type="presParOf" srcId="{E27ED642-B806-4364-8E3A-077EDA9C127D}" destId="{A4973780-7E0C-443A-9BE4-FA14E2CAFD8F}" srcOrd="3" destOrd="0" presId="urn:microsoft.com/office/officeart/2018/2/layout/IconVerticalSolidList"/>
    <dgm:cxn modelId="{DB30A969-5F89-4E77-926F-A3EE74743321}" type="presParOf" srcId="{017A3384-CCDE-4DC4-B439-CF6E1F602ED2}" destId="{7143876F-7206-4A4F-A7DD-ABCE184E7CBD}" srcOrd="11" destOrd="0" presId="urn:microsoft.com/office/officeart/2018/2/layout/IconVerticalSolidList"/>
    <dgm:cxn modelId="{5F4AC6C8-BDFE-4836-9896-0C49C062A7DD}" type="presParOf" srcId="{017A3384-CCDE-4DC4-B439-CF6E1F602ED2}" destId="{E3F1D091-86FD-4C3D-AEA9-243F016BDCB7}" srcOrd="12" destOrd="0" presId="urn:microsoft.com/office/officeart/2018/2/layout/IconVerticalSolidList"/>
    <dgm:cxn modelId="{BC973720-6635-4FC4-9CA0-E26428FCAEBF}" type="presParOf" srcId="{E3F1D091-86FD-4C3D-AEA9-243F016BDCB7}" destId="{B548226E-E0F4-4A8F-B6CD-D96BADD08310}" srcOrd="0" destOrd="0" presId="urn:microsoft.com/office/officeart/2018/2/layout/IconVerticalSolidList"/>
    <dgm:cxn modelId="{4333FF20-7347-4B69-B17A-EFD0FD9291F2}" type="presParOf" srcId="{E3F1D091-86FD-4C3D-AEA9-243F016BDCB7}" destId="{17B80A9D-01D9-4BB3-A52D-3BD0274F423E}" srcOrd="1" destOrd="0" presId="urn:microsoft.com/office/officeart/2018/2/layout/IconVerticalSolidList"/>
    <dgm:cxn modelId="{F11356EF-1397-43D7-873C-C38092AEDC36}" type="presParOf" srcId="{E3F1D091-86FD-4C3D-AEA9-243F016BDCB7}" destId="{04F6E67D-968C-4C1A-A2B4-A929171DD1F3}" srcOrd="2" destOrd="0" presId="urn:microsoft.com/office/officeart/2018/2/layout/IconVerticalSolidList"/>
    <dgm:cxn modelId="{F8446A36-4AA3-40CF-88F9-5416D454BC5F}" type="presParOf" srcId="{E3F1D091-86FD-4C3D-AEA9-243F016BDCB7}" destId="{28206411-3D2D-4DD8-A6ED-5AB64016FE3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2A15F8E-5F38-4653-8767-5D16FD98F450}" type="doc">
      <dgm:prSet loTypeId="urn:microsoft.com/office/officeart/2018/2/layout/IconLabelDescriptionList" loCatId="icon" qsTypeId="urn:microsoft.com/office/officeart/2005/8/quickstyle/simple1#3" qsCatId="simple" csTypeId="urn:microsoft.com/office/officeart/2005/8/colors/accent2_5#2" csCatId="accent2" phldr="1"/>
      <dgm:spPr/>
      <dgm:t>
        <a:bodyPr/>
        <a:lstStyle/>
        <a:p>
          <a:endParaRPr lang="en-US"/>
        </a:p>
      </dgm:t>
    </dgm:pt>
    <dgm:pt modelId="{94775787-C225-478E-B245-26B2459F4F88}">
      <dgm:prSet phldrT="[Text]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>
              <a:latin typeface="Arial Nova"/>
            </a:rPr>
            <a:t>I</a:t>
          </a:r>
          <a:r>
            <a:rPr lang="en-US" sz="2000">
              <a:latin typeface="Arial Nova"/>
            </a:rPr>
            <a:t>ncrease strategic visibility</a:t>
          </a:r>
        </a:p>
      </dgm:t>
    </dgm:pt>
    <dgm:pt modelId="{280A3D3F-2097-442C-8C67-6AF48181C9A2}" type="parTrans" cxnId="{BA0CDF16-209C-4E5A-9163-35D283D31AF6}">
      <dgm:prSet/>
      <dgm:spPr/>
      <dgm:t>
        <a:bodyPr/>
        <a:lstStyle/>
        <a:p>
          <a:endParaRPr lang="en-US"/>
        </a:p>
      </dgm:t>
    </dgm:pt>
    <dgm:pt modelId="{01999C20-7C6C-406D-ADBE-6FA57189E406}" type="sibTrans" cxnId="{BA0CDF16-209C-4E5A-9163-35D283D31AF6}">
      <dgm:prSet/>
      <dgm:spPr/>
      <dgm:t>
        <a:bodyPr/>
        <a:lstStyle/>
        <a:p>
          <a:endParaRPr lang="en-US"/>
        </a:p>
      </dgm:t>
    </dgm:pt>
    <dgm:pt modelId="{EA706585-7FED-473A-9C3E-0D23178F4769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000">
              <a:latin typeface="Arial Nova"/>
            </a:rPr>
            <a:t>Improve account managers' decision-making ability </a:t>
          </a:r>
        </a:p>
      </dgm:t>
    </dgm:pt>
    <dgm:pt modelId="{134576E7-7D1A-41A0-B26B-566C5681727B}" type="parTrans" cxnId="{68068CCF-AA2C-41E0-BDF3-73D67CCEE05D}">
      <dgm:prSet/>
      <dgm:spPr/>
      <dgm:t>
        <a:bodyPr/>
        <a:lstStyle/>
        <a:p>
          <a:endParaRPr lang="en-CA"/>
        </a:p>
      </dgm:t>
    </dgm:pt>
    <dgm:pt modelId="{9F1E3F1E-BF26-4146-BF68-EF4D777D139F}" type="sibTrans" cxnId="{68068CCF-AA2C-41E0-BDF3-73D67CCEE05D}">
      <dgm:prSet/>
      <dgm:spPr/>
      <dgm:t>
        <a:bodyPr/>
        <a:lstStyle/>
        <a:p>
          <a:endParaRPr lang="en-CA"/>
        </a:p>
      </dgm:t>
    </dgm:pt>
    <dgm:pt modelId="{BCD15143-AB60-42CD-9C68-0D1EB2E54579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000">
              <a:latin typeface="Arial Nova"/>
            </a:rPr>
            <a:t>Identify and mitigate financial risk</a:t>
          </a:r>
        </a:p>
      </dgm:t>
    </dgm:pt>
    <dgm:pt modelId="{B4830175-C00B-4670-94CD-E5AB7FE6EC76}" type="parTrans" cxnId="{54A8CB4F-DEDD-43A7-A813-9A92399638AE}">
      <dgm:prSet/>
      <dgm:spPr/>
      <dgm:t>
        <a:bodyPr/>
        <a:lstStyle/>
        <a:p>
          <a:endParaRPr lang="en-CA"/>
        </a:p>
      </dgm:t>
    </dgm:pt>
    <dgm:pt modelId="{34F79672-D260-49FB-83DE-040172E21FAF}" type="sibTrans" cxnId="{54A8CB4F-DEDD-43A7-A813-9A92399638AE}">
      <dgm:prSet/>
      <dgm:spPr/>
      <dgm:t>
        <a:bodyPr/>
        <a:lstStyle/>
        <a:p>
          <a:endParaRPr lang="en-CA"/>
        </a:p>
      </dgm:t>
    </dgm:pt>
    <dgm:pt modelId="{B77235A3-F8CD-4E3A-A68E-4158AB933A5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rial Nova"/>
            </a:rPr>
            <a:t>Enable administrators to make data-driven decisions</a:t>
          </a:r>
        </a:p>
      </dgm:t>
    </dgm:pt>
    <dgm:pt modelId="{82573AD0-C7D3-4E9E-8974-861D55DA8211}" type="parTrans" cxnId="{F396D43E-F285-43F2-B4C3-574990858E72}">
      <dgm:prSet/>
      <dgm:spPr/>
      <dgm:t>
        <a:bodyPr/>
        <a:lstStyle/>
        <a:p>
          <a:endParaRPr lang="en-CA"/>
        </a:p>
      </dgm:t>
    </dgm:pt>
    <dgm:pt modelId="{6C4E9CC1-34D8-4E24-AEB4-067BBFCDB033}" type="sibTrans" cxnId="{F396D43E-F285-43F2-B4C3-574990858E72}">
      <dgm:prSet/>
      <dgm:spPr/>
      <dgm:t>
        <a:bodyPr/>
        <a:lstStyle/>
        <a:p>
          <a:endParaRPr lang="en-CA"/>
        </a:p>
      </dgm:t>
    </dgm:pt>
    <dgm:pt modelId="{4EDB4024-E6E8-49BE-AA33-1C623984E96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rial Nova"/>
            </a:rPr>
            <a:t>Identify high-value clients and track efficiency</a:t>
          </a:r>
        </a:p>
      </dgm:t>
    </dgm:pt>
    <dgm:pt modelId="{6DB751FA-1814-44ED-BCE3-DFC395D2A561}" type="parTrans" cxnId="{FE1FCE70-609E-4369-A841-333719017E26}">
      <dgm:prSet/>
      <dgm:spPr/>
      <dgm:t>
        <a:bodyPr/>
        <a:lstStyle/>
        <a:p>
          <a:endParaRPr lang="en-CA"/>
        </a:p>
      </dgm:t>
    </dgm:pt>
    <dgm:pt modelId="{62C932B9-7423-4E1B-8921-7CAFECF2E550}" type="sibTrans" cxnId="{FE1FCE70-609E-4369-A841-333719017E26}">
      <dgm:prSet/>
      <dgm:spPr/>
      <dgm:t>
        <a:bodyPr/>
        <a:lstStyle/>
        <a:p>
          <a:endParaRPr lang="en-CA"/>
        </a:p>
      </dgm:t>
    </dgm:pt>
    <dgm:pt modelId="{4781F748-248B-4A3F-976C-5682A562182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i="0">
              <a:latin typeface="Arial Nova"/>
            </a:rPr>
            <a:t>Monitor outstanding payments and cash flow</a:t>
          </a:r>
        </a:p>
      </dgm:t>
    </dgm:pt>
    <dgm:pt modelId="{86F0089E-DEEA-4E99-86B4-3F766E43695B}" type="parTrans" cxnId="{4C66F97B-333A-4366-9720-B325DA410F89}">
      <dgm:prSet/>
      <dgm:spPr/>
      <dgm:t>
        <a:bodyPr/>
        <a:lstStyle/>
        <a:p>
          <a:endParaRPr lang="en-CA"/>
        </a:p>
      </dgm:t>
    </dgm:pt>
    <dgm:pt modelId="{2C977DB7-79A0-43EC-BE4B-1E08BFDFCB3E}" type="sibTrans" cxnId="{4C66F97B-333A-4366-9720-B325DA410F89}">
      <dgm:prSet/>
      <dgm:spPr/>
      <dgm:t>
        <a:bodyPr/>
        <a:lstStyle/>
        <a:p>
          <a:endParaRPr lang="en-CA"/>
        </a:p>
      </dgm:t>
    </dgm:pt>
    <dgm:pt modelId="{B7FB47AF-0A24-4B8A-A318-DA9E5D8E8A59}" type="pres">
      <dgm:prSet presAssocID="{32A15F8E-5F38-4653-8767-5D16FD98F450}" presName="root" presStyleCnt="0">
        <dgm:presLayoutVars>
          <dgm:dir/>
          <dgm:resizeHandles val="exact"/>
        </dgm:presLayoutVars>
      </dgm:prSet>
      <dgm:spPr/>
    </dgm:pt>
    <dgm:pt modelId="{67D70C8D-2C04-4A74-9D4A-B5078420EA11}" type="pres">
      <dgm:prSet presAssocID="{94775787-C225-478E-B245-26B2459F4F88}" presName="compNode" presStyleCnt="0"/>
      <dgm:spPr/>
    </dgm:pt>
    <dgm:pt modelId="{CC93E192-BEEB-4272-9965-B668B18D6666}" type="pres">
      <dgm:prSet presAssocID="{94775787-C225-478E-B245-26B2459F4F8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D56BA71-69EF-433D-87A5-284383F720D8}" type="pres">
      <dgm:prSet presAssocID="{94775787-C225-478E-B245-26B2459F4F88}" presName="iconSpace" presStyleCnt="0"/>
      <dgm:spPr/>
    </dgm:pt>
    <dgm:pt modelId="{658BD835-C611-4699-B219-3DEF24123AB8}" type="pres">
      <dgm:prSet presAssocID="{94775787-C225-478E-B245-26B2459F4F88}" presName="parTx" presStyleLbl="revTx" presStyleIdx="0" presStyleCnt="6">
        <dgm:presLayoutVars>
          <dgm:chMax val="0"/>
          <dgm:chPref val="0"/>
        </dgm:presLayoutVars>
      </dgm:prSet>
      <dgm:spPr/>
    </dgm:pt>
    <dgm:pt modelId="{8C4CE7D9-663E-4C25-B57D-427751FF97B6}" type="pres">
      <dgm:prSet presAssocID="{94775787-C225-478E-B245-26B2459F4F88}" presName="txSpace" presStyleCnt="0"/>
      <dgm:spPr/>
    </dgm:pt>
    <dgm:pt modelId="{3252EA0C-E06F-48D2-85D4-CFA1328EE37E}" type="pres">
      <dgm:prSet presAssocID="{94775787-C225-478E-B245-26B2459F4F88}" presName="desTx" presStyleLbl="revTx" presStyleIdx="1" presStyleCnt="6">
        <dgm:presLayoutVars/>
      </dgm:prSet>
      <dgm:spPr/>
    </dgm:pt>
    <dgm:pt modelId="{9FDFC31F-CFD7-4E7B-9602-E1044649B983}" type="pres">
      <dgm:prSet presAssocID="{01999C20-7C6C-406D-ADBE-6FA57189E406}" presName="sibTrans" presStyleCnt="0"/>
      <dgm:spPr/>
    </dgm:pt>
    <dgm:pt modelId="{5F404131-C547-4770-AA67-4B554B1910AE}" type="pres">
      <dgm:prSet presAssocID="{EA706585-7FED-473A-9C3E-0D23178F4769}" presName="compNode" presStyleCnt="0"/>
      <dgm:spPr/>
    </dgm:pt>
    <dgm:pt modelId="{85A036C9-5070-42FE-BEB9-76D9D5096B80}" type="pres">
      <dgm:prSet presAssocID="{EA706585-7FED-473A-9C3E-0D23178F476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F988D082-6B6A-4FBD-B29B-3E458B0D0527}" type="pres">
      <dgm:prSet presAssocID="{EA706585-7FED-473A-9C3E-0D23178F4769}" presName="iconSpace" presStyleCnt="0"/>
      <dgm:spPr/>
    </dgm:pt>
    <dgm:pt modelId="{9C5CEA54-0C2D-4A4C-94F7-B3F4FABA1F60}" type="pres">
      <dgm:prSet presAssocID="{EA706585-7FED-473A-9C3E-0D23178F4769}" presName="parTx" presStyleLbl="revTx" presStyleIdx="2" presStyleCnt="6">
        <dgm:presLayoutVars>
          <dgm:chMax val="0"/>
          <dgm:chPref val="0"/>
        </dgm:presLayoutVars>
      </dgm:prSet>
      <dgm:spPr/>
    </dgm:pt>
    <dgm:pt modelId="{8D348B11-D53A-4FA7-96DE-AE6DAF369E4D}" type="pres">
      <dgm:prSet presAssocID="{EA706585-7FED-473A-9C3E-0D23178F4769}" presName="txSpace" presStyleCnt="0"/>
      <dgm:spPr/>
    </dgm:pt>
    <dgm:pt modelId="{F77AD6B0-A91A-479D-9B05-AD46613BA0AB}" type="pres">
      <dgm:prSet presAssocID="{EA706585-7FED-473A-9C3E-0D23178F4769}" presName="desTx" presStyleLbl="revTx" presStyleIdx="3" presStyleCnt="6">
        <dgm:presLayoutVars/>
      </dgm:prSet>
      <dgm:spPr/>
    </dgm:pt>
    <dgm:pt modelId="{F32EF464-432C-4486-B874-C701CA99FC02}" type="pres">
      <dgm:prSet presAssocID="{9F1E3F1E-BF26-4146-BF68-EF4D777D139F}" presName="sibTrans" presStyleCnt="0"/>
      <dgm:spPr/>
    </dgm:pt>
    <dgm:pt modelId="{B7E22E8F-CB25-41E2-9A53-08DA0612AF91}" type="pres">
      <dgm:prSet presAssocID="{BCD15143-AB60-42CD-9C68-0D1EB2E54579}" presName="compNode" presStyleCnt="0"/>
      <dgm:spPr/>
    </dgm:pt>
    <dgm:pt modelId="{52541DAA-58CA-4591-A354-29988B54DC21}" type="pres">
      <dgm:prSet presAssocID="{BCD15143-AB60-42CD-9C68-0D1EB2E5457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7E1F780-E089-4F84-BCDE-54B13998838D}" type="pres">
      <dgm:prSet presAssocID="{BCD15143-AB60-42CD-9C68-0D1EB2E54579}" presName="iconSpace" presStyleCnt="0"/>
      <dgm:spPr/>
    </dgm:pt>
    <dgm:pt modelId="{1AF8E948-2A32-4251-BCAB-EA9A553C595B}" type="pres">
      <dgm:prSet presAssocID="{BCD15143-AB60-42CD-9C68-0D1EB2E54579}" presName="parTx" presStyleLbl="revTx" presStyleIdx="4" presStyleCnt="6">
        <dgm:presLayoutVars>
          <dgm:chMax val="0"/>
          <dgm:chPref val="0"/>
        </dgm:presLayoutVars>
      </dgm:prSet>
      <dgm:spPr/>
    </dgm:pt>
    <dgm:pt modelId="{A230F2B7-0B24-43F8-BED4-A41FF07CC2D8}" type="pres">
      <dgm:prSet presAssocID="{BCD15143-AB60-42CD-9C68-0D1EB2E54579}" presName="txSpace" presStyleCnt="0"/>
      <dgm:spPr/>
    </dgm:pt>
    <dgm:pt modelId="{1EC5E826-1F2E-4D2B-98C0-31350D36068D}" type="pres">
      <dgm:prSet presAssocID="{BCD15143-AB60-42CD-9C68-0D1EB2E54579}" presName="desTx" presStyleLbl="revTx" presStyleIdx="5" presStyleCnt="6">
        <dgm:presLayoutVars/>
      </dgm:prSet>
      <dgm:spPr/>
    </dgm:pt>
  </dgm:ptLst>
  <dgm:cxnLst>
    <dgm:cxn modelId="{5C69DB08-4673-4208-B475-632BB161BF87}" type="presOf" srcId="{32A15F8E-5F38-4653-8767-5D16FD98F450}" destId="{B7FB47AF-0A24-4B8A-A318-DA9E5D8E8A59}" srcOrd="0" destOrd="0" presId="urn:microsoft.com/office/officeart/2018/2/layout/IconLabelDescriptionList"/>
    <dgm:cxn modelId="{BA0CDF16-209C-4E5A-9163-35D283D31AF6}" srcId="{32A15F8E-5F38-4653-8767-5D16FD98F450}" destId="{94775787-C225-478E-B245-26B2459F4F88}" srcOrd="0" destOrd="0" parTransId="{280A3D3F-2097-442C-8C67-6AF48181C9A2}" sibTransId="{01999C20-7C6C-406D-ADBE-6FA57189E406}"/>
    <dgm:cxn modelId="{24A3FA37-FEB6-49E7-A212-B9C3BC920082}" type="presOf" srcId="{4781F748-248B-4A3F-976C-5682A5621825}" destId="{1EC5E826-1F2E-4D2B-98C0-31350D36068D}" srcOrd="0" destOrd="0" presId="urn:microsoft.com/office/officeart/2018/2/layout/IconLabelDescriptionList"/>
    <dgm:cxn modelId="{F396D43E-F285-43F2-B4C3-574990858E72}" srcId="{94775787-C225-478E-B245-26B2459F4F88}" destId="{B77235A3-F8CD-4E3A-A68E-4158AB933A5B}" srcOrd="0" destOrd="0" parTransId="{82573AD0-C7D3-4E9E-8974-861D55DA8211}" sibTransId="{6C4E9CC1-34D8-4E24-AEB4-067BBFCDB033}"/>
    <dgm:cxn modelId="{56EC9A5F-9D93-4796-83F7-DBBCB9653B4A}" type="presOf" srcId="{EA706585-7FED-473A-9C3E-0D23178F4769}" destId="{9C5CEA54-0C2D-4A4C-94F7-B3F4FABA1F60}" srcOrd="0" destOrd="0" presId="urn:microsoft.com/office/officeart/2018/2/layout/IconLabelDescriptionList"/>
    <dgm:cxn modelId="{F96D6841-DF12-4F85-BF06-84DA4939668F}" type="presOf" srcId="{94775787-C225-478E-B245-26B2459F4F88}" destId="{658BD835-C611-4699-B219-3DEF24123AB8}" srcOrd="0" destOrd="0" presId="urn:microsoft.com/office/officeart/2018/2/layout/IconLabelDescriptionList"/>
    <dgm:cxn modelId="{94AC4E42-E71B-4A3F-A336-FB7332FFC291}" type="presOf" srcId="{BCD15143-AB60-42CD-9C68-0D1EB2E54579}" destId="{1AF8E948-2A32-4251-BCAB-EA9A553C595B}" srcOrd="0" destOrd="0" presId="urn:microsoft.com/office/officeart/2018/2/layout/IconLabelDescriptionList"/>
    <dgm:cxn modelId="{54A8CB4F-DEDD-43A7-A813-9A92399638AE}" srcId="{32A15F8E-5F38-4653-8767-5D16FD98F450}" destId="{BCD15143-AB60-42CD-9C68-0D1EB2E54579}" srcOrd="2" destOrd="0" parTransId="{B4830175-C00B-4670-94CD-E5AB7FE6EC76}" sibTransId="{34F79672-D260-49FB-83DE-040172E21FAF}"/>
    <dgm:cxn modelId="{FE1FCE70-609E-4369-A841-333719017E26}" srcId="{EA706585-7FED-473A-9C3E-0D23178F4769}" destId="{4EDB4024-E6E8-49BE-AA33-1C623984E964}" srcOrd="0" destOrd="0" parTransId="{6DB751FA-1814-44ED-BCE3-DFC395D2A561}" sibTransId="{62C932B9-7423-4E1B-8921-7CAFECF2E550}"/>
    <dgm:cxn modelId="{4C66F97B-333A-4366-9720-B325DA410F89}" srcId="{BCD15143-AB60-42CD-9C68-0D1EB2E54579}" destId="{4781F748-248B-4A3F-976C-5682A5621825}" srcOrd="0" destOrd="0" parTransId="{86F0089E-DEEA-4E99-86B4-3F766E43695B}" sibTransId="{2C977DB7-79A0-43EC-BE4B-1E08BFDFCB3E}"/>
    <dgm:cxn modelId="{E805A8C3-FE12-4AC1-862B-C3F558B18672}" type="presOf" srcId="{4EDB4024-E6E8-49BE-AA33-1C623984E964}" destId="{F77AD6B0-A91A-479D-9B05-AD46613BA0AB}" srcOrd="0" destOrd="0" presId="urn:microsoft.com/office/officeart/2018/2/layout/IconLabelDescriptionList"/>
    <dgm:cxn modelId="{68068CCF-AA2C-41E0-BDF3-73D67CCEE05D}" srcId="{32A15F8E-5F38-4653-8767-5D16FD98F450}" destId="{EA706585-7FED-473A-9C3E-0D23178F4769}" srcOrd="1" destOrd="0" parTransId="{134576E7-7D1A-41A0-B26B-566C5681727B}" sibTransId="{9F1E3F1E-BF26-4146-BF68-EF4D777D139F}"/>
    <dgm:cxn modelId="{E2DE2CD5-5A20-48A1-A048-A629E9D24EBA}" type="presOf" srcId="{B77235A3-F8CD-4E3A-A68E-4158AB933A5B}" destId="{3252EA0C-E06F-48D2-85D4-CFA1328EE37E}" srcOrd="0" destOrd="0" presId="urn:microsoft.com/office/officeart/2018/2/layout/IconLabelDescriptionList"/>
    <dgm:cxn modelId="{C8A9B46E-AE9C-4F9B-B416-E3269A7DACF3}" type="presParOf" srcId="{B7FB47AF-0A24-4B8A-A318-DA9E5D8E8A59}" destId="{67D70C8D-2C04-4A74-9D4A-B5078420EA11}" srcOrd="0" destOrd="0" presId="urn:microsoft.com/office/officeart/2018/2/layout/IconLabelDescriptionList"/>
    <dgm:cxn modelId="{3FDBC168-6E0B-4E77-AABA-72856CE18E8C}" type="presParOf" srcId="{67D70C8D-2C04-4A74-9D4A-B5078420EA11}" destId="{CC93E192-BEEB-4272-9965-B668B18D6666}" srcOrd="0" destOrd="0" presId="urn:microsoft.com/office/officeart/2018/2/layout/IconLabelDescriptionList"/>
    <dgm:cxn modelId="{1BD80AE9-C976-4C86-ABFB-6CD6635407B7}" type="presParOf" srcId="{67D70C8D-2C04-4A74-9D4A-B5078420EA11}" destId="{8D56BA71-69EF-433D-87A5-284383F720D8}" srcOrd="1" destOrd="0" presId="urn:microsoft.com/office/officeart/2018/2/layout/IconLabelDescriptionList"/>
    <dgm:cxn modelId="{EC69E333-B36A-4787-859F-0A2D864B61E4}" type="presParOf" srcId="{67D70C8D-2C04-4A74-9D4A-B5078420EA11}" destId="{658BD835-C611-4699-B219-3DEF24123AB8}" srcOrd="2" destOrd="0" presId="urn:microsoft.com/office/officeart/2018/2/layout/IconLabelDescriptionList"/>
    <dgm:cxn modelId="{4A8A66EB-ACEF-4309-A821-64799AB17680}" type="presParOf" srcId="{67D70C8D-2C04-4A74-9D4A-B5078420EA11}" destId="{8C4CE7D9-663E-4C25-B57D-427751FF97B6}" srcOrd="3" destOrd="0" presId="urn:microsoft.com/office/officeart/2018/2/layout/IconLabelDescriptionList"/>
    <dgm:cxn modelId="{78890291-7BF1-4301-AD50-B69D6F32EBF3}" type="presParOf" srcId="{67D70C8D-2C04-4A74-9D4A-B5078420EA11}" destId="{3252EA0C-E06F-48D2-85D4-CFA1328EE37E}" srcOrd="4" destOrd="0" presId="urn:microsoft.com/office/officeart/2018/2/layout/IconLabelDescriptionList"/>
    <dgm:cxn modelId="{4C2F1988-649E-4703-A378-E694B923D040}" type="presParOf" srcId="{B7FB47AF-0A24-4B8A-A318-DA9E5D8E8A59}" destId="{9FDFC31F-CFD7-4E7B-9602-E1044649B983}" srcOrd="1" destOrd="0" presId="urn:microsoft.com/office/officeart/2018/2/layout/IconLabelDescriptionList"/>
    <dgm:cxn modelId="{CEE70023-F558-471C-96E1-7E1D5C12D73D}" type="presParOf" srcId="{B7FB47AF-0A24-4B8A-A318-DA9E5D8E8A59}" destId="{5F404131-C547-4770-AA67-4B554B1910AE}" srcOrd="2" destOrd="0" presId="urn:microsoft.com/office/officeart/2018/2/layout/IconLabelDescriptionList"/>
    <dgm:cxn modelId="{3DBF2ADB-9B90-412D-B105-DF7CF03D0128}" type="presParOf" srcId="{5F404131-C547-4770-AA67-4B554B1910AE}" destId="{85A036C9-5070-42FE-BEB9-76D9D5096B80}" srcOrd="0" destOrd="0" presId="urn:microsoft.com/office/officeart/2018/2/layout/IconLabelDescriptionList"/>
    <dgm:cxn modelId="{E16D4E23-468B-44FE-95DE-75313F5C6356}" type="presParOf" srcId="{5F404131-C547-4770-AA67-4B554B1910AE}" destId="{F988D082-6B6A-4FBD-B29B-3E458B0D0527}" srcOrd="1" destOrd="0" presId="urn:microsoft.com/office/officeart/2018/2/layout/IconLabelDescriptionList"/>
    <dgm:cxn modelId="{49CA7686-4984-466F-A2B4-4792F59945A7}" type="presParOf" srcId="{5F404131-C547-4770-AA67-4B554B1910AE}" destId="{9C5CEA54-0C2D-4A4C-94F7-B3F4FABA1F60}" srcOrd="2" destOrd="0" presId="urn:microsoft.com/office/officeart/2018/2/layout/IconLabelDescriptionList"/>
    <dgm:cxn modelId="{C10266C8-0289-4BB2-8B63-9DE3627D4011}" type="presParOf" srcId="{5F404131-C547-4770-AA67-4B554B1910AE}" destId="{8D348B11-D53A-4FA7-96DE-AE6DAF369E4D}" srcOrd="3" destOrd="0" presId="urn:microsoft.com/office/officeart/2018/2/layout/IconLabelDescriptionList"/>
    <dgm:cxn modelId="{8F7374ED-35A2-4FD2-8AC4-866678F4C271}" type="presParOf" srcId="{5F404131-C547-4770-AA67-4B554B1910AE}" destId="{F77AD6B0-A91A-479D-9B05-AD46613BA0AB}" srcOrd="4" destOrd="0" presId="urn:microsoft.com/office/officeart/2018/2/layout/IconLabelDescriptionList"/>
    <dgm:cxn modelId="{C526BA70-00E1-47A4-B5F4-B5BD8391B5F8}" type="presParOf" srcId="{B7FB47AF-0A24-4B8A-A318-DA9E5D8E8A59}" destId="{F32EF464-432C-4486-B874-C701CA99FC02}" srcOrd="3" destOrd="0" presId="urn:microsoft.com/office/officeart/2018/2/layout/IconLabelDescriptionList"/>
    <dgm:cxn modelId="{B555B039-E0CD-465C-A2C9-1F90DE1F6CD3}" type="presParOf" srcId="{B7FB47AF-0A24-4B8A-A318-DA9E5D8E8A59}" destId="{B7E22E8F-CB25-41E2-9A53-08DA0612AF91}" srcOrd="4" destOrd="0" presId="urn:microsoft.com/office/officeart/2018/2/layout/IconLabelDescriptionList"/>
    <dgm:cxn modelId="{D10B4D49-5E27-4A4B-843F-9100F8770064}" type="presParOf" srcId="{B7E22E8F-CB25-41E2-9A53-08DA0612AF91}" destId="{52541DAA-58CA-4591-A354-29988B54DC21}" srcOrd="0" destOrd="0" presId="urn:microsoft.com/office/officeart/2018/2/layout/IconLabelDescriptionList"/>
    <dgm:cxn modelId="{46257E47-3CD2-4CD1-9EED-181C1AEAEA50}" type="presParOf" srcId="{B7E22E8F-CB25-41E2-9A53-08DA0612AF91}" destId="{D7E1F780-E089-4F84-BCDE-54B13998838D}" srcOrd="1" destOrd="0" presId="urn:microsoft.com/office/officeart/2018/2/layout/IconLabelDescriptionList"/>
    <dgm:cxn modelId="{8349C827-A619-4511-93E4-A0307289678B}" type="presParOf" srcId="{B7E22E8F-CB25-41E2-9A53-08DA0612AF91}" destId="{1AF8E948-2A32-4251-BCAB-EA9A553C595B}" srcOrd="2" destOrd="0" presId="urn:microsoft.com/office/officeart/2018/2/layout/IconLabelDescriptionList"/>
    <dgm:cxn modelId="{3E6A4D05-84D6-419F-979C-22EEE9FD8883}" type="presParOf" srcId="{B7E22E8F-CB25-41E2-9A53-08DA0612AF91}" destId="{A230F2B7-0B24-43F8-BED4-A41FF07CC2D8}" srcOrd="3" destOrd="0" presId="urn:microsoft.com/office/officeart/2018/2/layout/IconLabelDescriptionList"/>
    <dgm:cxn modelId="{BCB1A583-BE6F-4589-9273-25FF2B70C7E6}" type="presParOf" srcId="{B7E22E8F-CB25-41E2-9A53-08DA0612AF91}" destId="{1EC5E826-1F2E-4D2B-98C0-31350D36068D}" srcOrd="4" destOrd="0" presId="urn:microsoft.com/office/officeart/2018/2/layout/IconLabelDescription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B17C4E-A2B9-4219-A187-8BA37ED65230}" type="doc">
      <dgm:prSet loTypeId="urn:microsoft.com/office/officeart/2016/7/layout/LinearArrowProcessNumbered" loCatId="process" qsTypeId="urn:microsoft.com/office/officeart/2005/8/quickstyle/simple1#4" qsCatId="simple" csTypeId="urn:microsoft.com/office/officeart/2005/8/colors/accent2_1#1" csCatId="accent2" phldr="1"/>
      <dgm:spPr/>
      <dgm:t>
        <a:bodyPr/>
        <a:lstStyle/>
        <a:p>
          <a:endParaRPr lang="en-US"/>
        </a:p>
      </dgm:t>
    </dgm:pt>
    <dgm:pt modelId="{29451E66-5710-4A4E-945A-45CD6897DFBE}">
      <dgm:prSet custT="1"/>
      <dgm:spPr/>
      <dgm:t>
        <a:bodyPr/>
        <a:lstStyle/>
        <a:p>
          <a:r>
            <a:rPr lang="en-US" sz="1600" dirty="0">
              <a:latin typeface="Arial Nova"/>
            </a:rPr>
            <a:t>Workshop with company to understand the business and what goals we can support</a:t>
          </a:r>
        </a:p>
      </dgm:t>
    </dgm:pt>
    <dgm:pt modelId="{77836BBB-92D2-40A7-9A22-B78EB9C513F1}" type="parTrans" cxnId="{19C11620-1484-48D2-BE37-19FCC7F39647}">
      <dgm:prSet/>
      <dgm:spPr/>
      <dgm:t>
        <a:bodyPr/>
        <a:lstStyle/>
        <a:p>
          <a:endParaRPr lang="en-US"/>
        </a:p>
      </dgm:t>
    </dgm:pt>
    <dgm:pt modelId="{F835FA15-4191-42D2-9E0F-F29C421C2FB5}" type="sibTrans" cxnId="{19C11620-1484-48D2-BE37-19FCC7F39647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B85DFCE-3C7A-43E1-8345-64C55A4A6692}">
      <dgm:prSet/>
      <dgm:spPr/>
      <dgm:t>
        <a:bodyPr/>
        <a:lstStyle/>
        <a:p>
          <a:r>
            <a:rPr lang="en-US" sz="1600">
              <a:latin typeface="Arial Nova"/>
            </a:rPr>
            <a:t>Create a central dataset from the several small datasets</a:t>
          </a:r>
        </a:p>
      </dgm:t>
    </dgm:pt>
    <dgm:pt modelId="{208E2DB3-2B98-4C29-BE5F-A6310F2E948F}" type="parTrans" cxnId="{58A9E9F8-C3E8-4196-BA42-03DAABCB901D}">
      <dgm:prSet/>
      <dgm:spPr/>
      <dgm:t>
        <a:bodyPr/>
        <a:lstStyle/>
        <a:p>
          <a:endParaRPr lang="en-US"/>
        </a:p>
      </dgm:t>
    </dgm:pt>
    <dgm:pt modelId="{46873841-0B76-44A0-9727-95896CA10ABC}" type="sibTrans" cxnId="{58A9E9F8-C3E8-4196-BA42-03DAABCB901D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CA0BD32-F9FC-4CC4-B003-1C52805831CA}">
      <dgm:prSet/>
      <dgm:spPr/>
      <dgm:t>
        <a:bodyPr/>
        <a:lstStyle/>
        <a:p>
          <a:r>
            <a:rPr lang="en-US" sz="1600">
              <a:latin typeface="Arial Nova"/>
            </a:rPr>
            <a:t>Standardize formats and ensure information is setup for analytics</a:t>
          </a:r>
        </a:p>
      </dgm:t>
    </dgm:pt>
    <dgm:pt modelId="{28C9A38F-13C4-448B-AE52-9B2A3C9732B3}" type="parTrans" cxnId="{245B793C-0634-4116-9B34-B35ECFFC52E7}">
      <dgm:prSet/>
      <dgm:spPr/>
      <dgm:t>
        <a:bodyPr/>
        <a:lstStyle/>
        <a:p>
          <a:endParaRPr lang="en-US"/>
        </a:p>
      </dgm:t>
    </dgm:pt>
    <dgm:pt modelId="{F308F71F-AA22-40C8-B0C9-D78D6AA0B082}" type="sibTrans" cxnId="{245B793C-0634-4116-9B34-B35ECFFC52E7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88DD65F5-CA49-4E5E-85F9-AB0A14A2F3EC}">
      <dgm:prSet/>
      <dgm:spPr/>
      <dgm:t>
        <a:bodyPr/>
        <a:lstStyle/>
        <a:p>
          <a:r>
            <a:rPr lang="en-US" sz="1600">
              <a:latin typeface="Arial Nova"/>
            </a:rPr>
            <a:t>Create a data dictionary to aid future analytics work</a:t>
          </a:r>
        </a:p>
      </dgm:t>
    </dgm:pt>
    <dgm:pt modelId="{14FC8BE9-B825-4799-B63B-F56C0287082E}" type="parTrans" cxnId="{929FD1CF-B7A5-4FD6-8ECF-370565625DF8}">
      <dgm:prSet/>
      <dgm:spPr/>
      <dgm:t>
        <a:bodyPr/>
        <a:lstStyle/>
        <a:p>
          <a:endParaRPr lang="en-US"/>
        </a:p>
      </dgm:t>
    </dgm:pt>
    <dgm:pt modelId="{EEA91809-4DC5-4D09-8B6E-BF41D3FB8FD8}" type="sibTrans" cxnId="{929FD1CF-B7A5-4FD6-8ECF-370565625DF8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A6032E44-B2A3-43F4-8D73-C5ACEED24EEA}">
      <dgm:prSet/>
      <dgm:spPr/>
      <dgm:t>
        <a:bodyPr/>
        <a:lstStyle/>
        <a:p>
          <a:r>
            <a:rPr lang="en-US" sz="1600">
              <a:latin typeface="Arial Nova"/>
            </a:rPr>
            <a:t>Explore the data to uncover business insights </a:t>
          </a:r>
        </a:p>
      </dgm:t>
    </dgm:pt>
    <dgm:pt modelId="{07653C17-12E7-481F-9438-86505835B049}" type="parTrans" cxnId="{5FDFF924-D4A9-4DE8-B893-31393831512D}">
      <dgm:prSet/>
      <dgm:spPr/>
      <dgm:t>
        <a:bodyPr/>
        <a:lstStyle/>
        <a:p>
          <a:endParaRPr lang="en-US"/>
        </a:p>
      </dgm:t>
    </dgm:pt>
    <dgm:pt modelId="{8D52909B-45EF-4D26-8557-7598790C8EB0}" type="sibTrans" cxnId="{5FDFF924-D4A9-4DE8-B893-31393831512D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494FB5F6-F5E6-46AC-922F-5D00CEEB81F2}">
      <dgm:prSet phldr="0"/>
      <dgm:spPr/>
      <dgm:t>
        <a:bodyPr/>
        <a:lstStyle/>
        <a:p>
          <a:pPr rtl="0"/>
          <a:r>
            <a:rPr lang="en-US" sz="1100">
              <a:latin typeface="Calibri"/>
              <a:ea typeface="Calibri"/>
              <a:cs typeface="Calibri"/>
            </a:rPr>
            <a:t>Clean up the dataset to ensure analytics accuracy</a:t>
          </a:r>
        </a:p>
      </dgm:t>
    </dgm:pt>
    <dgm:pt modelId="{E07A91EB-45D2-4F65-9E03-C23EF0D2AAA9}" type="parTrans" cxnId="{C0268DE9-7106-4A73-AA4D-A05B3D34FCEC}">
      <dgm:prSet/>
      <dgm:spPr/>
    </dgm:pt>
    <dgm:pt modelId="{3E1993E7-0631-401D-92A3-C4ED04C391AF}" type="sibTrans" cxnId="{C0268DE9-7106-4A73-AA4D-A05B3D34FCEC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98481AD-E36F-4141-B38D-A6942FE2EC84}" type="pres">
      <dgm:prSet presAssocID="{2AB17C4E-A2B9-4219-A187-8BA37ED65230}" presName="linearFlow" presStyleCnt="0">
        <dgm:presLayoutVars>
          <dgm:dir/>
          <dgm:animLvl val="lvl"/>
          <dgm:resizeHandles val="exact"/>
        </dgm:presLayoutVars>
      </dgm:prSet>
      <dgm:spPr/>
    </dgm:pt>
    <dgm:pt modelId="{D89A4488-0703-4B5E-B37F-2925F9723561}" type="pres">
      <dgm:prSet presAssocID="{29451E66-5710-4A4E-945A-45CD6897DFBE}" presName="compositeNode" presStyleCnt="0"/>
      <dgm:spPr/>
    </dgm:pt>
    <dgm:pt modelId="{B5334911-1AF2-4A44-9190-5F5FFB936B71}" type="pres">
      <dgm:prSet presAssocID="{29451E66-5710-4A4E-945A-45CD6897DFB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C9EDF5D-CD78-4FBD-B82A-4A97E81D840C}" type="pres">
      <dgm:prSet presAssocID="{29451E66-5710-4A4E-945A-45CD6897DFBE}" presName="parSh" presStyleCnt="0"/>
      <dgm:spPr/>
    </dgm:pt>
    <dgm:pt modelId="{FC9F9D99-ADFF-4074-9FF6-F2A5499DE774}" type="pres">
      <dgm:prSet presAssocID="{29451E66-5710-4A4E-945A-45CD6897DFBE}" presName="lineNode" presStyleLbl="alignAccFollowNode1" presStyleIdx="0" presStyleCnt="18"/>
      <dgm:spPr/>
    </dgm:pt>
    <dgm:pt modelId="{2C173AB8-2999-469A-9B9C-7A88DC6BE8AD}" type="pres">
      <dgm:prSet presAssocID="{29451E66-5710-4A4E-945A-45CD6897DFBE}" presName="lineArrowNode" presStyleLbl="alignAccFollowNode1" presStyleIdx="1" presStyleCnt="18"/>
      <dgm:spPr/>
    </dgm:pt>
    <dgm:pt modelId="{A5E48B61-CD07-4957-9D66-BA0117FCC62A}" type="pres">
      <dgm:prSet presAssocID="{F835FA15-4191-42D2-9E0F-F29C421C2FB5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8F212C02-0BFE-4191-9723-CAD44981011F}" type="pres">
      <dgm:prSet presAssocID="{F835FA15-4191-42D2-9E0F-F29C421C2FB5}" presName="spacerBetweenCircleAndCallout" presStyleCnt="0">
        <dgm:presLayoutVars/>
      </dgm:prSet>
      <dgm:spPr/>
    </dgm:pt>
    <dgm:pt modelId="{73E37DBB-1404-4998-A619-BB67FC52BAC1}" type="pres">
      <dgm:prSet presAssocID="{29451E66-5710-4A4E-945A-45CD6897DFBE}" presName="nodeText" presStyleLbl="alignAccFollowNode1" presStyleIdx="2" presStyleCnt="18">
        <dgm:presLayoutVars>
          <dgm:bulletEnabled val="1"/>
        </dgm:presLayoutVars>
      </dgm:prSet>
      <dgm:spPr/>
    </dgm:pt>
    <dgm:pt modelId="{F3E56D3A-05D2-4CC7-907D-ECB433839515}" type="pres">
      <dgm:prSet presAssocID="{F835FA15-4191-42D2-9E0F-F29C421C2FB5}" presName="sibTransComposite" presStyleCnt="0"/>
      <dgm:spPr/>
    </dgm:pt>
    <dgm:pt modelId="{7C09A099-E538-471A-8298-AFF912336F8C}" type="pres">
      <dgm:prSet presAssocID="{9B85DFCE-3C7A-43E1-8345-64C55A4A6692}" presName="compositeNode" presStyleCnt="0"/>
      <dgm:spPr/>
    </dgm:pt>
    <dgm:pt modelId="{A9CCEC06-AFF6-4B3D-A9A5-16FD2BE11CA4}" type="pres">
      <dgm:prSet presAssocID="{9B85DFCE-3C7A-43E1-8345-64C55A4A6692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0BC1EC4-4E6C-4751-A725-975203877B6B}" type="pres">
      <dgm:prSet presAssocID="{9B85DFCE-3C7A-43E1-8345-64C55A4A6692}" presName="parSh" presStyleCnt="0"/>
      <dgm:spPr/>
    </dgm:pt>
    <dgm:pt modelId="{3D4E7915-F3E1-42E5-91C7-1AF13C8F3CC5}" type="pres">
      <dgm:prSet presAssocID="{9B85DFCE-3C7A-43E1-8345-64C55A4A6692}" presName="lineNode" presStyleLbl="alignAccFollowNode1" presStyleIdx="3" presStyleCnt="18"/>
      <dgm:spPr/>
    </dgm:pt>
    <dgm:pt modelId="{5BB32DC1-386E-41F3-857D-1A1707835636}" type="pres">
      <dgm:prSet presAssocID="{9B85DFCE-3C7A-43E1-8345-64C55A4A6692}" presName="lineArrowNode" presStyleLbl="alignAccFollowNode1" presStyleIdx="4" presStyleCnt="18"/>
      <dgm:spPr/>
    </dgm:pt>
    <dgm:pt modelId="{C7D6D8D7-858F-4034-882A-29656CE59DA8}" type="pres">
      <dgm:prSet presAssocID="{46873841-0B76-44A0-9727-95896CA10ABC}" presName="sibTransNodeCircle" presStyleLbl="alignNode1" presStyleIdx="1" presStyleCnt="6">
        <dgm:presLayoutVars>
          <dgm:chMax val="0"/>
          <dgm:bulletEnabled/>
        </dgm:presLayoutVars>
      </dgm:prSet>
      <dgm:spPr/>
    </dgm:pt>
    <dgm:pt modelId="{8B9145C3-30BB-477B-9372-656B6A54CFF2}" type="pres">
      <dgm:prSet presAssocID="{46873841-0B76-44A0-9727-95896CA10ABC}" presName="spacerBetweenCircleAndCallout" presStyleCnt="0">
        <dgm:presLayoutVars/>
      </dgm:prSet>
      <dgm:spPr/>
    </dgm:pt>
    <dgm:pt modelId="{AA157292-8381-4B24-86B2-FAB768112425}" type="pres">
      <dgm:prSet presAssocID="{9B85DFCE-3C7A-43E1-8345-64C55A4A6692}" presName="nodeText" presStyleLbl="alignAccFollowNode1" presStyleIdx="5" presStyleCnt="18">
        <dgm:presLayoutVars>
          <dgm:bulletEnabled val="1"/>
        </dgm:presLayoutVars>
      </dgm:prSet>
      <dgm:spPr/>
    </dgm:pt>
    <dgm:pt modelId="{C8435EA2-F281-4C51-82C0-17BC028CA0CA}" type="pres">
      <dgm:prSet presAssocID="{46873841-0B76-44A0-9727-95896CA10ABC}" presName="sibTransComposite" presStyleCnt="0"/>
      <dgm:spPr/>
    </dgm:pt>
    <dgm:pt modelId="{501573BA-A4E3-4685-9805-15B24BBF6EF7}" type="pres">
      <dgm:prSet presAssocID="{494FB5F6-F5E6-46AC-922F-5D00CEEB81F2}" presName="compositeNode" presStyleCnt="0"/>
      <dgm:spPr/>
    </dgm:pt>
    <dgm:pt modelId="{4B419BB3-445A-481F-8909-545FCF81A997}" type="pres">
      <dgm:prSet presAssocID="{494FB5F6-F5E6-46AC-922F-5D00CEEB81F2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28E4041-2DEE-4324-AEE5-45D7707FABE9}" type="pres">
      <dgm:prSet presAssocID="{494FB5F6-F5E6-46AC-922F-5D00CEEB81F2}" presName="parSh" presStyleCnt="0"/>
      <dgm:spPr/>
    </dgm:pt>
    <dgm:pt modelId="{7AE9CB49-764E-491E-BD29-CA00E6365373}" type="pres">
      <dgm:prSet presAssocID="{494FB5F6-F5E6-46AC-922F-5D00CEEB81F2}" presName="lineNode" presStyleLbl="alignAccFollowNode1" presStyleIdx="6" presStyleCnt="18"/>
      <dgm:spPr/>
    </dgm:pt>
    <dgm:pt modelId="{491B0617-5A2B-43B9-B4A0-9CC5271BBD42}" type="pres">
      <dgm:prSet presAssocID="{494FB5F6-F5E6-46AC-922F-5D00CEEB81F2}" presName="lineArrowNode" presStyleLbl="alignAccFollowNode1" presStyleIdx="7" presStyleCnt="18"/>
      <dgm:spPr/>
    </dgm:pt>
    <dgm:pt modelId="{9D9D4C4C-7933-47EB-9449-8CE8FFEF00A4}" type="pres">
      <dgm:prSet presAssocID="{3E1993E7-0631-401D-92A3-C4ED04C391AF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0FA72551-F13B-4592-96FC-12EB6DD01F93}" type="pres">
      <dgm:prSet presAssocID="{3E1993E7-0631-401D-92A3-C4ED04C391AF}" presName="spacerBetweenCircleAndCallout" presStyleCnt="0">
        <dgm:presLayoutVars/>
      </dgm:prSet>
      <dgm:spPr/>
    </dgm:pt>
    <dgm:pt modelId="{AC5DAAD9-5B19-4AFF-A65D-631DC274B22A}" type="pres">
      <dgm:prSet presAssocID="{494FB5F6-F5E6-46AC-922F-5D00CEEB81F2}" presName="nodeText" presStyleLbl="alignAccFollowNode1" presStyleIdx="8" presStyleCnt="18">
        <dgm:presLayoutVars>
          <dgm:bulletEnabled val="1"/>
        </dgm:presLayoutVars>
      </dgm:prSet>
      <dgm:spPr/>
    </dgm:pt>
    <dgm:pt modelId="{D856D870-5123-4971-BE04-6CE3688CDD22}" type="pres">
      <dgm:prSet presAssocID="{3E1993E7-0631-401D-92A3-C4ED04C391AF}" presName="sibTransComposite" presStyleCnt="0"/>
      <dgm:spPr/>
    </dgm:pt>
    <dgm:pt modelId="{5B54EC34-3CF1-49F0-A097-00DA36288ECE}" type="pres">
      <dgm:prSet presAssocID="{2CA0BD32-F9FC-4CC4-B003-1C52805831CA}" presName="compositeNode" presStyleCnt="0"/>
      <dgm:spPr/>
    </dgm:pt>
    <dgm:pt modelId="{C0826026-6CEF-4DC0-AC39-6EA32A001732}" type="pres">
      <dgm:prSet presAssocID="{2CA0BD32-F9FC-4CC4-B003-1C52805831C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53FECB5-8388-41AE-884B-1FC0F42B1AE2}" type="pres">
      <dgm:prSet presAssocID="{2CA0BD32-F9FC-4CC4-B003-1C52805831CA}" presName="parSh" presStyleCnt="0"/>
      <dgm:spPr/>
    </dgm:pt>
    <dgm:pt modelId="{9885ADD5-7E8D-4897-B480-49F4D2E854FC}" type="pres">
      <dgm:prSet presAssocID="{2CA0BD32-F9FC-4CC4-B003-1C52805831CA}" presName="lineNode" presStyleLbl="alignAccFollowNode1" presStyleIdx="9" presStyleCnt="18"/>
      <dgm:spPr/>
    </dgm:pt>
    <dgm:pt modelId="{2DAD0587-1703-423E-857E-01CE3C8C3AD9}" type="pres">
      <dgm:prSet presAssocID="{2CA0BD32-F9FC-4CC4-B003-1C52805831CA}" presName="lineArrowNode" presStyleLbl="alignAccFollowNode1" presStyleIdx="10" presStyleCnt="18"/>
      <dgm:spPr/>
    </dgm:pt>
    <dgm:pt modelId="{B67885D3-B581-4A0B-850F-DE8E54E7FF37}" type="pres">
      <dgm:prSet presAssocID="{F308F71F-AA22-40C8-B0C9-D78D6AA0B082}" presName="sibTransNodeCircle" presStyleLbl="alignNode1" presStyleIdx="3" presStyleCnt="6">
        <dgm:presLayoutVars>
          <dgm:chMax val="0"/>
          <dgm:bulletEnabled/>
        </dgm:presLayoutVars>
      </dgm:prSet>
      <dgm:spPr/>
    </dgm:pt>
    <dgm:pt modelId="{973EE357-7E0D-4ACD-9F13-D62FFDB2AF4A}" type="pres">
      <dgm:prSet presAssocID="{F308F71F-AA22-40C8-B0C9-D78D6AA0B082}" presName="spacerBetweenCircleAndCallout" presStyleCnt="0">
        <dgm:presLayoutVars/>
      </dgm:prSet>
      <dgm:spPr/>
    </dgm:pt>
    <dgm:pt modelId="{54E4AC73-CA61-45FC-95E1-25B1CCB22D36}" type="pres">
      <dgm:prSet presAssocID="{2CA0BD32-F9FC-4CC4-B003-1C52805831CA}" presName="nodeText" presStyleLbl="alignAccFollowNode1" presStyleIdx="11" presStyleCnt="18">
        <dgm:presLayoutVars>
          <dgm:bulletEnabled val="1"/>
        </dgm:presLayoutVars>
      </dgm:prSet>
      <dgm:spPr/>
    </dgm:pt>
    <dgm:pt modelId="{975423D1-9704-4A37-AF0E-A7487A501C22}" type="pres">
      <dgm:prSet presAssocID="{F308F71F-AA22-40C8-B0C9-D78D6AA0B082}" presName="sibTransComposite" presStyleCnt="0"/>
      <dgm:spPr/>
    </dgm:pt>
    <dgm:pt modelId="{1CC339AE-0534-40AF-A7D8-D22E23553A11}" type="pres">
      <dgm:prSet presAssocID="{88DD65F5-CA49-4E5E-85F9-AB0A14A2F3EC}" presName="compositeNode" presStyleCnt="0"/>
      <dgm:spPr/>
    </dgm:pt>
    <dgm:pt modelId="{2050249B-A5A5-4961-81A7-759F32B90498}" type="pres">
      <dgm:prSet presAssocID="{88DD65F5-CA49-4E5E-85F9-AB0A14A2F3E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2EB8A33-DACD-4E49-8D79-F37BECC9D2F0}" type="pres">
      <dgm:prSet presAssocID="{88DD65F5-CA49-4E5E-85F9-AB0A14A2F3EC}" presName="parSh" presStyleCnt="0"/>
      <dgm:spPr/>
    </dgm:pt>
    <dgm:pt modelId="{6581EEAA-1C00-4CBD-8D3E-173CD67FE2B8}" type="pres">
      <dgm:prSet presAssocID="{88DD65F5-CA49-4E5E-85F9-AB0A14A2F3EC}" presName="lineNode" presStyleLbl="alignAccFollowNode1" presStyleIdx="12" presStyleCnt="18"/>
      <dgm:spPr/>
    </dgm:pt>
    <dgm:pt modelId="{7A9E902A-7FB9-475B-A32B-A31CFB42740B}" type="pres">
      <dgm:prSet presAssocID="{88DD65F5-CA49-4E5E-85F9-AB0A14A2F3EC}" presName="lineArrowNode" presStyleLbl="alignAccFollowNode1" presStyleIdx="13" presStyleCnt="18"/>
      <dgm:spPr/>
    </dgm:pt>
    <dgm:pt modelId="{BC1CDADD-6D1D-46FC-A393-01600CBED316}" type="pres">
      <dgm:prSet presAssocID="{EEA91809-4DC5-4D09-8B6E-BF41D3FB8FD8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7EB4FFFF-5BB3-47C4-9463-901DDBFFBB10}" type="pres">
      <dgm:prSet presAssocID="{EEA91809-4DC5-4D09-8B6E-BF41D3FB8FD8}" presName="spacerBetweenCircleAndCallout" presStyleCnt="0">
        <dgm:presLayoutVars/>
      </dgm:prSet>
      <dgm:spPr/>
    </dgm:pt>
    <dgm:pt modelId="{799FE198-9C77-4575-9662-9C0B2683819E}" type="pres">
      <dgm:prSet presAssocID="{88DD65F5-CA49-4E5E-85F9-AB0A14A2F3EC}" presName="nodeText" presStyleLbl="alignAccFollowNode1" presStyleIdx="14" presStyleCnt="18">
        <dgm:presLayoutVars>
          <dgm:bulletEnabled val="1"/>
        </dgm:presLayoutVars>
      </dgm:prSet>
      <dgm:spPr/>
    </dgm:pt>
    <dgm:pt modelId="{5D7AF8F4-D9E7-47BC-B3F5-4E749A83294F}" type="pres">
      <dgm:prSet presAssocID="{EEA91809-4DC5-4D09-8B6E-BF41D3FB8FD8}" presName="sibTransComposite" presStyleCnt="0"/>
      <dgm:spPr/>
    </dgm:pt>
    <dgm:pt modelId="{CDB094EF-8DB6-48D1-BC88-52130F33C7F9}" type="pres">
      <dgm:prSet presAssocID="{A6032E44-B2A3-43F4-8D73-C5ACEED24EEA}" presName="compositeNode" presStyleCnt="0"/>
      <dgm:spPr/>
    </dgm:pt>
    <dgm:pt modelId="{BF208ACE-DF22-4D75-96BF-37CF802124B5}" type="pres">
      <dgm:prSet presAssocID="{A6032E44-B2A3-43F4-8D73-C5ACEED24EE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F35EAFB-C83F-433A-AE43-542C9C299E4F}" type="pres">
      <dgm:prSet presAssocID="{A6032E44-B2A3-43F4-8D73-C5ACEED24EEA}" presName="parSh" presStyleCnt="0"/>
      <dgm:spPr/>
    </dgm:pt>
    <dgm:pt modelId="{DA2CA59A-528E-4A44-A555-3E4BE42A9B8F}" type="pres">
      <dgm:prSet presAssocID="{A6032E44-B2A3-43F4-8D73-C5ACEED24EEA}" presName="lineNode" presStyleLbl="alignAccFollowNode1" presStyleIdx="15" presStyleCnt="18"/>
      <dgm:spPr/>
    </dgm:pt>
    <dgm:pt modelId="{C4E36A2E-D3BA-4B7D-BB86-C245C66E92E8}" type="pres">
      <dgm:prSet presAssocID="{A6032E44-B2A3-43F4-8D73-C5ACEED24EEA}" presName="lineArrowNode" presStyleLbl="alignAccFollowNode1" presStyleIdx="16" presStyleCnt="18"/>
      <dgm:spPr/>
    </dgm:pt>
    <dgm:pt modelId="{9D3CD037-D16F-4C8D-A0F8-6B0F41E8A477}" type="pres">
      <dgm:prSet presAssocID="{8D52909B-45EF-4D26-8557-7598790C8EB0}" presName="sibTransNodeCircle" presStyleLbl="alignNode1" presStyleIdx="5" presStyleCnt="6">
        <dgm:presLayoutVars>
          <dgm:chMax val="0"/>
          <dgm:bulletEnabled/>
        </dgm:presLayoutVars>
      </dgm:prSet>
      <dgm:spPr/>
    </dgm:pt>
    <dgm:pt modelId="{F6D09CFA-599D-4959-81E6-47C1FAE198BB}" type="pres">
      <dgm:prSet presAssocID="{8D52909B-45EF-4D26-8557-7598790C8EB0}" presName="spacerBetweenCircleAndCallout" presStyleCnt="0">
        <dgm:presLayoutVars/>
      </dgm:prSet>
      <dgm:spPr/>
    </dgm:pt>
    <dgm:pt modelId="{B7EA396C-DA3A-48A1-9F89-0800D750B554}" type="pres">
      <dgm:prSet presAssocID="{A6032E44-B2A3-43F4-8D73-C5ACEED24EEA}" presName="nodeText" presStyleLbl="alignAccFollowNode1" presStyleIdx="17" presStyleCnt="18">
        <dgm:presLayoutVars>
          <dgm:bulletEnabled val="1"/>
        </dgm:presLayoutVars>
      </dgm:prSet>
      <dgm:spPr/>
    </dgm:pt>
  </dgm:ptLst>
  <dgm:cxnLst>
    <dgm:cxn modelId="{24E6230B-B25F-4299-B3F5-AEF3156DC901}" type="presOf" srcId="{2AB17C4E-A2B9-4219-A187-8BA37ED65230}" destId="{A98481AD-E36F-4141-B38D-A6942FE2EC84}" srcOrd="0" destOrd="0" presId="urn:microsoft.com/office/officeart/2016/7/layout/LinearArrowProcessNumbered"/>
    <dgm:cxn modelId="{DF6F0D18-8FAF-4942-836D-D01CF539D6B2}" type="presOf" srcId="{F835FA15-4191-42D2-9E0F-F29C421C2FB5}" destId="{A5E48B61-CD07-4957-9D66-BA0117FCC62A}" srcOrd="0" destOrd="0" presId="urn:microsoft.com/office/officeart/2016/7/layout/LinearArrowProcessNumbered"/>
    <dgm:cxn modelId="{CE6C0020-95B7-421D-BCE6-B8C9E00763DA}" type="presOf" srcId="{EEA91809-4DC5-4D09-8B6E-BF41D3FB8FD8}" destId="{BC1CDADD-6D1D-46FC-A393-01600CBED316}" srcOrd="0" destOrd="0" presId="urn:microsoft.com/office/officeart/2016/7/layout/LinearArrowProcessNumbered"/>
    <dgm:cxn modelId="{19C11620-1484-48D2-BE37-19FCC7F39647}" srcId="{2AB17C4E-A2B9-4219-A187-8BA37ED65230}" destId="{29451E66-5710-4A4E-945A-45CD6897DFBE}" srcOrd="0" destOrd="0" parTransId="{77836BBB-92D2-40A7-9A22-B78EB9C513F1}" sibTransId="{F835FA15-4191-42D2-9E0F-F29C421C2FB5}"/>
    <dgm:cxn modelId="{5FDFF924-D4A9-4DE8-B893-31393831512D}" srcId="{2AB17C4E-A2B9-4219-A187-8BA37ED65230}" destId="{A6032E44-B2A3-43F4-8D73-C5ACEED24EEA}" srcOrd="5" destOrd="0" parTransId="{07653C17-12E7-481F-9438-86505835B049}" sibTransId="{8D52909B-45EF-4D26-8557-7598790C8EB0}"/>
    <dgm:cxn modelId="{245B793C-0634-4116-9B34-B35ECFFC52E7}" srcId="{2AB17C4E-A2B9-4219-A187-8BA37ED65230}" destId="{2CA0BD32-F9FC-4CC4-B003-1C52805831CA}" srcOrd="3" destOrd="0" parTransId="{28C9A38F-13C4-448B-AE52-9B2A3C9732B3}" sibTransId="{F308F71F-AA22-40C8-B0C9-D78D6AA0B082}"/>
    <dgm:cxn modelId="{356A2144-6E76-4FC5-AA28-9463E4726804}" type="presOf" srcId="{46873841-0B76-44A0-9727-95896CA10ABC}" destId="{C7D6D8D7-858F-4034-882A-29656CE59DA8}" srcOrd="0" destOrd="0" presId="urn:microsoft.com/office/officeart/2016/7/layout/LinearArrowProcessNumbered"/>
    <dgm:cxn modelId="{3FCCDB64-AE74-486B-8188-2654C2BE3AC9}" type="presOf" srcId="{494FB5F6-F5E6-46AC-922F-5D00CEEB81F2}" destId="{AC5DAAD9-5B19-4AFF-A65D-631DC274B22A}" srcOrd="0" destOrd="0" presId="urn:microsoft.com/office/officeart/2016/7/layout/LinearArrowProcessNumbered"/>
    <dgm:cxn modelId="{4D22D76A-9AA1-48DA-A076-46408CCD5791}" type="presOf" srcId="{F308F71F-AA22-40C8-B0C9-D78D6AA0B082}" destId="{B67885D3-B581-4A0B-850F-DE8E54E7FF37}" srcOrd="0" destOrd="0" presId="urn:microsoft.com/office/officeart/2016/7/layout/LinearArrowProcessNumbered"/>
    <dgm:cxn modelId="{6FD9244B-B2F2-41D3-B595-DC876B43C7B4}" type="presOf" srcId="{9B85DFCE-3C7A-43E1-8345-64C55A4A6692}" destId="{AA157292-8381-4B24-86B2-FAB768112425}" srcOrd="0" destOrd="0" presId="urn:microsoft.com/office/officeart/2016/7/layout/LinearArrowProcessNumbered"/>
    <dgm:cxn modelId="{489E8A6C-2FF0-4328-AC99-B1529CF6FBDE}" type="presOf" srcId="{8D52909B-45EF-4D26-8557-7598790C8EB0}" destId="{9D3CD037-D16F-4C8D-A0F8-6B0F41E8A477}" srcOrd="0" destOrd="0" presId="urn:microsoft.com/office/officeart/2016/7/layout/LinearArrowProcessNumbered"/>
    <dgm:cxn modelId="{9AE2A183-C91E-4413-96CB-E13CA4A31CEE}" type="presOf" srcId="{3E1993E7-0631-401D-92A3-C4ED04C391AF}" destId="{9D9D4C4C-7933-47EB-9449-8CE8FFEF00A4}" srcOrd="0" destOrd="0" presId="urn:microsoft.com/office/officeart/2016/7/layout/LinearArrowProcessNumbered"/>
    <dgm:cxn modelId="{C02AF2A4-75F6-4493-B5D4-52CCA0B8D73F}" type="presOf" srcId="{88DD65F5-CA49-4E5E-85F9-AB0A14A2F3EC}" destId="{799FE198-9C77-4575-9662-9C0B2683819E}" srcOrd="0" destOrd="0" presId="urn:microsoft.com/office/officeart/2016/7/layout/LinearArrowProcessNumbered"/>
    <dgm:cxn modelId="{73F0DAC9-31BD-415D-B57F-DAFA3537DD3A}" type="presOf" srcId="{A6032E44-B2A3-43F4-8D73-C5ACEED24EEA}" destId="{B7EA396C-DA3A-48A1-9F89-0800D750B554}" srcOrd="0" destOrd="0" presId="urn:microsoft.com/office/officeart/2016/7/layout/LinearArrowProcessNumbered"/>
    <dgm:cxn modelId="{929FD1CF-B7A5-4FD6-8ECF-370565625DF8}" srcId="{2AB17C4E-A2B9-4219-A187-8BA37ED65230}" destId="{88DD65F5-CA49-4E5E-85F9-AB0A14A2F3EC}" srcOrd="4" destOrd="0" parTransId="{14FC8BE9-B825-4799-B63B-F56C0287082E}" sibTransId="{EEA91809-4DC5-4D09-8B6E-BF41D3FB8FD8}"/>
    <dgm:cxn modelId="{C0268DE9-7106-4A73-AA4D-A05B3D34FCEC}" srcId="{2AB17C4E-A2B9-4219-A187-8BA37ED65230}" destId="{494FB5F6-F5E6-46AC-922F-5D00CEEB81F2}" srcOrd="2" destOrd="0" parTransId="{E07A91EB-45D2-4F65-9E03-C23EF0D2AAA9}" sibTransId="{3E1993E7-0631-401D-92A3-C4ED04C391AF}"/>
    <dgm:cxn modelId="{F669D7ED-80F0-4EF2-A10B-67BC60D2F238}" type="presOf" srcId="{29451E66-5710-4A4E-945A-45CD6897DFBE}" destId="{73E37DBB-1404-4998-A619-BB67FC52BAC1}" srcOrd="0" destOrd="0" presId="urn:microsoft.com/office/officeart/2016/7/layout/LinearArrowProcessNumbered"/>
    <dgm:cxn modelId="{58A9E9F8-C3E8-4196-BA42-03DAABCB901D}" srcId="{2AB17C4E-A2B9-4219-A187-8BA37ED65230}" destId="{9B85DFCE-3C7A-43E1-8345-64C55A4A6692}" srcOrd="1" destOrd="0" parTransId="{208E2DB3-2B98-4C29-BE5F-A6310F2E948F}" sibTransId="{46873841-0B76-44A0-9727-95896CA10ABC}"/>
    <dgm:cxn modelId="{E0336EF9-81E4-4809-BE9B-52C024598FD7}" type="presOf" srcId="{2CA0BD32-F9FC-4CC4-B003-1C52805831CA}" destId="{54E4AC73-CA61-45FC-95E1-25B1CCB22D36}" srcOrd="0" destOrd="0" presId="urn:microsoft.com/office/officeart/2016/7/layout/LinearArrowProcessNumbered"/>
    <dgm:cxn modelId="{DC58B10C-7D4A-4CCE-812E-E4BDC164D944}" type="presParOf" srcId="{A98481AD-E36F-4141-B38D-A6942FE2EC84}" destId="{D89A4488-0703-4B5E-B37F-2925F9723561}" srcOrd="0" destOrd="0" presId="urn:microsoft.com/office/officeart/2016/7/layout/LinearArrowProcessNumbered"/>
    <dgm:cxn modelId="{5E1009BB-D50E-47AD-91D8-C96E8B7ABF06}" type="presParOf" srcId="{D89A4488-0703-4B5E-B37F-2925F9723561}" destId="{B5334911-1AF2-4A44-9190-5F5FFB936B71}" srcOrd="0" destOrd="0" presId="urn:microsoft.com/office/officeart/2016/7/layout/LinearArrowProcessNumbered"/>
    <dgm:cxn modelId="{BFE456C5-0701-4DFB-A30A-A77CE35D5F18}" type="presParOf" srcId="{D89A4488-0703-4B5E-B37F-2925F9723561}" destId="{2C9EDF5D-CD78-4FBD-B82A-4A97E81D840C}" srcOrd="1" destOrd="0" presId="urn:microsoft.com/office/officeart/2016/7/layout/LinearArrowProcessNumbered"/>
    <dgm:cxn modelId="{B0F85878-6EEE-4D64-ACD9-EE7FF38C6EC8}" type="presParOf" srcId="{2C9EDF5D-CD78-4FBD-B82A-4A97E81D840C}" destId="{FC9F9D99-ADFF-4074-9FF6-F2A5499DE774}" srcOrd="0" destOrd="0" presId="urn:microsoft.com/office/officeart/2016/7/layout/LinearArrowProcessNumbered"/>
    <dgm:cxn modelId="{D7DFEDC4-8FB7-4201-9B69-25EA910C1A49}" type="presParOf" srcId="{2C9EDF5D-CD78-4FBD-B82A-4A97E81D840C}" destId="{2C173AB8-2999-469A-9B9C-7A88DC6BE8AD}" srcOrd="1" destOrd="0" presId="urn:microsoft.com/office/officeart/2016/7/layout/LinearArrowProcessNumbered"/>
    <dgm:cxn modelId="{F2110A4D-693B-4872-B16A-4046E44A7E40}" type="presParOf" srcId="{2C9EDF5D-CD78-4FBD-B82A-4A97E81D840C}" destId="{A5E48B61-CD07-4957-9D66-BA0117FCC62A}" srcOrd="2" destOrd="0" presId="urn:microsoft.com/office/officeart/2016/7/layout/LinearArrowProcessNumbered"/>
    <dgm:cxn modelId="{D43460B3-EF55-4222-A84F-6563553C96DB}" type="presParOf" srcId="{2C9EDF5D-CD78-4FBD-B82A-4A97E81D840C}" destId="{8F212C02-0BFE-4191-9723-CAD44981011F}" srcOrd="3" destOrd="0" presId="urn:microsoft.com/office/officeart/2016/7/layout/LinearArrowProcessNumbered"/>
    <dgm:cxn modelId="{4B133CF9-017F-456F-AED8-60BB96F7E9D1}" type="presParOf" srcId="{D89A4488-0703-4B5E-B37F-2925F9723561}" destId="{73E37DBB-1404-4998-A619-BB67FC52BAC1}" srcOrd="2" destOrd="0" presId="urn:microsoft.com/office/officeart/2016/7/layout/LinearArrowProcessNumbered"/>
    <dgm:cxn modelId="{A4EADC6F-7A96-4650-8A45-E09455D63392}" type="presParOf" srcId="{A98481AD-E36F-4141-B38D-A6942FE2EC84}" destId="{F3E56D3A-05D2-4CC7-907D-ECB433839515}" srcOrd="1" destOrd="0" presId="urn:microsoft.com/office/officeart/2016/7/layout/LinearArrowProcessNumbered"/>
    <dgm:cxn modelId="{B426511C-2F81-40DD-8841-1328A2511108}" type="presParOf" srcId="{A98481AD-E36F-4141-B38D-A6942FE2EC84}" destId="{7C09A099-E538-471A-8298-AFF912336F8C}" srcOrd="2" destOrd="0" presId="urn:microsoft.com/office/officeart/2016/7/layout/LinearArrowProcessNumbered"/>
    <dgm:cxn modelId="{D79187F5-C9C5-431F-A688-417FE9520710}" type="presParOf" srcId="{7C09A099-E538-471A-8298-AFF912336F8C}" destId="{A9CCEC06-AFF6-4B3D-A9A5-16FD2BE11CA4}" srcOrd="0" destOrd="0" presId="urn:microsoft.com/office/officeart/2016/7/layout/LinearArrowProcessNumbered"/>
    <dgm:cxn modelId="{F426FE4D-D3B0-466D-A5EA-E31247D126B3}" type="presParOf" srcId="{7C09A099-E538-471A-8298-AFF912336F8C}" destId="{30BC1EC4-4E6C-4751-A725-975203877B6B}" srcOrd="1" destOrd="0" presId="urn:microsoft.com/office/officeart/2016/7/layout/LinearArrowProcessNumbered"/>
    <dgm:cxn modelId="{2774A8AF-9EB7-43FD-AC47-F0EEC0572479}" type="presParOf" srcId="{30BC1EC4-4E6C-4751-A725-975203877B6B}" destId="{3D4E7915-F3E1-42E5-91C7-1AF13C8F3CC5}" srcOrd="0" destOrd="0" presId="urn:microsoft.com/office/officeart/2016/7/layout/LinearArrowProcessNumbered"/>
    <dgm:cxn modelId="{55F44B16-241D-450A-9A9A-FF4A782AAB55}" type="presParOf" srcId="{30BC1EC4-4E6C-4751-A725-975203877B6B}" destId="{5BB32DC1-386E-41F3-857D-1A1707835636}" srcOrd="1" destOrd="0" presId="urn:microsoft.com/office/officeart/2016/7/layout/LinearArrowProcessNumbered"/>
    <dgm:cxn modelId="{7B2215B8-75F4-4764-9236-7910640EE93A}" type="presParOf" srcId="{30BC1EC4-4E6C-4751-A725-975203877B6B}" destId="{C7D6D8D7-858F-4034-882A-29656CE59DA8}" srcOrd="2" destOrd="0" presId="urn:microsoft.com/office/officeart/2016/7/layout/LinearArrowProcessNumbered"/>
    <dgm:cxn modelId="{7A0C52F1-EEF1-4B49-9243-11F4BBAB916F}" type="presParOf" srcId="{30BC1EC4-4E6C-4751-A725-975203877B6B}" destId="{8B9145C3-30BB-477B-9372-656B6A54CFF2}" srcOrd="3" destOrd="0" presId="urn:microsoft.com/office/officeart/2016/7/layout/LinearArrowProcessNumbered"/>
    <dgm:cxn modelId="{0DB09835-C80F-4F66-88A0-E0F28A9B5683}" type="presParOf" srcId="{7C09A099-E538-471A-8298-AFF912336F8C}" destId="{AA157292-8381-4B24-86B2-FAB768112425}" srcOrd="2" destOrd="0" presId="urn:microsoft.com/office/officeart/2016/7/layout/LinearArrowProcessNumbered"/>
    <dgm:cxn modelId="{2F0F241F-E8E3-4216-88B0-C3A480DD5B3F}" type="presParOf" srcId="{A98481AD-E36F-4141-B38D-A6942FE2EC84}" destId="{C8435EA2-F281-4C51-82C0-17BC028CA0CA}" srcOrd="3" destOrd="0" presId="urn:microsoft.com/office/officeart/2016/7/layout/LinearArrowProcessNumbered"/>
    <dgm:cxn modelId="{D2326682-8E2E-48D9-A250-DD35D5AE1898}" type="presParOf" srcId="{A98481AD-E36F-4141-B38D-A6942FE2EC84}" destId="{501573BA-A4E3-4685-9805-15B24BBF6EF7}" srcOrd="4" destOrd="0" presId="urn:microsoft.com/office/officeart/2016/7/layout/LinearArrowProcessNumbered"/>
    <dgm:cxn modelId="{571EECB6-A4EE-4D28-AF0E-CD55CEB5DAC0}" type="presParOf" srcId="{501573BA-A4E3-4685-9805-15B24BBF6EF7}" destId="{4B419BB3-445A-481F-8909-545FCF81A997}" srcOrd="0" destOrd="0" presId="urn:microsoft.com/office/officeart/2016/7/layout/LinearArrowProcessNumbered"/>
    <dgm:cxn modelId="{C5264823-19B8-4232-AC84-CA12D7A9D6B3}" type="presParOf" srcId="{501573BA-A4E3-4685-9805-15B24BBF6EF7}" destId="{A28E4041-2DEE-4324-AEE5-45D7707FABE9}" srcOrd="1" destOrd="0" presId="urn:microsoft.com/office/officeart/2016/7/layout/LinearArrowProcessNumbered"/>
    <dgm:cxn modelId="{1FBA55CF-0B22-46A2-A356-A628C639DBA9}" type="presParOf" srcId="{A28E4041-2DEE-4324-AEE5-45D7707FABE9}" destId="{7AE9CB49-764E-491E-BD29-CA00E6365373}" srcOrd="0" destOrd="0" presId="urn:microsoft.com/office/officeart/2016/7/layout/LinearArrowProcessNumbered"/>
    <dgm:cxn modelId="{24CF4A2D-52E5-4D00-84A7-946B663022B4}" type="presParOf" srcId="{A28E4041-2DEE-4324-AEE5-45D7707FABE9}" destId="{491B0617-5A2B-43B9-B4A0-9CC5271BBD42}" srcOrd="1" destOrd="0" presId="urn:microsoft.com/office/officeart/2016/7/layout/LinearArrowProcessNumbered"/>
    <dgm:cxn modelId="{B2EF971C-A247-4F11-B479-E9312B5494DF}" type="presParOf" srcId="{A28E4041-2DEE-4324-AEE5-45D7707FABE9}" destId="{9D9D4C4C-7933-47EB-9449-8CE8FFEF00A4}" srcOrd="2" destOrd="0" presId="urn:microsoft.com/office/officeart/2016/7/layout/LinearArrowProcessNumbered"/>
    <dgm:cxn modelId="{793C49EA-37DB-4738-A3EC-026D99028F4A}" type="presParOf" srcId="{A28E4041-2DEE-4324-AEE5-45D7707FABE9}" destId="{0FA72551-F13B-4592-96FC-12EB6DD01F93}" srcOrd="3" destOrd="0" presId="urn:microsoft.com/office/officeart/2016/7/layout/LinearArrowProcessNumbered"/>
    <dgm:cxn modelId="{298E4785-F67B-42ED-AC6F-329B2F9F9A9E}" type="presParOf" srcId="{501573BA-A4E3-4685-9805-15B24BBF6EF7}" destId="{AC5DAAD9-5B19-4AFF-A65D-631DC274B22A}" srcOrd="2" destOrd="0" presId="urn:microsoft.com/office/officeart/2016/7/layout/LinearArrowProcessNumbered"/>
    <dgm:cxn modelId="{3DA80BED-9682-46E2-B7D5-D0660C1F2870}" type="presParOf" srcId="{A98481AD-E36F-4141-B38D-A6942FE2EC84}" destId="{D856D870-5123-4971-BE04-6CE3688CDD22}" srcOrd="5" destOrd="0" presId="urn:microsoft.com/office/officeart/2016/7/layout/LinearArrowProcessNumbered"/>
    <dgm:cxn modelId="{70175724-5832-4B88-BA65-C674122A8DE7}" type="presParOf" srcId="{A98481AD-E36F-4141-B38D-A6942FE2EC84}" destId="{5B54EC34-3CF1-49F0-A097-00DA36288ECE}" srcOrd="6" destOrd="0" presId="urn:microsoft.com/office/officeart/2016/7/layout/LinearArrowProcessNumbered"/>
    <dgm:cxn modelId="{F311DF68-3388-447A-B11E-68C9FE54C73F}" type="presParOf" srcId="{5B54EC34-3CF1-49F0-A097-00DA36288ECE}" destId="{C0826026-6CEF-4DC0-AC39-6EA32A001732}" srcOrd="0" destOrd="0" presId="urn:microsoft.com/office/officeart/2016/7/layout/LinearArrowProcessNumbered"/>
    <dgm:cxn modelId="{81B2F2E4-E91E-403C-B8C0-03253F5C81BE}" type="presParOf" srcId="{5B54EC34-3CF1-49F0-A097-00DA36288ECE}" destId="{453FECB5-8388-41AE-884B-1FC0F42B1AE2}" srcOrd="1" destOrd="0" presId="urn:microsoft.com/office/officeart/2016/7/layout/LinearArrowProcessNumbered"/>
    <dgm:cxn modelId="{D0FB8159-3756-4803-9D5C-FA1D20625A77}" type="presParOf" srcId="{453FECB5-8388-41AE-884B-1FC0F42B1AE2}" destId="{9885ADD5-7E8D-4897-B480-49F4D2E854FC}" srcOrd="0" destOrd="0" presId="urn:microsoft.com/office/officeart/2016/7/layout/LinearArrowProcessNumbered"/>
    <dgm:cxn modelId="{2567B4CA-7BAA-4D56-B277-4B8426EED532}" type="presParOf" srcId="{453FECB5-8388-41AE-884B-1FC0F42B1AE2}" destId="{2DAD0587-1703-423E-857E-01CE3C8C3AD9}" srcOrd="1" destOrd="0" presId="urn:microsoft.com/office/officeart/2016/7/layout/LinearArrowProcessNumbered"/>
    <dgm:cxn modelId="{6EC482AC-5C4C-42A8-9C25-D08AE2A08354}" type="presParOf" srcId="{453FECB5-8388-41AE-884B-1FC0F42B1AE2}" destId="{B67885D3-B581-4A0B-850F-DE8E54E7FF37}" srcOrd="2" destOrd="0" presId="urn:microsoft.com/office/officeart/2016/7/layout/LinearArrowProcessNumbered"/>
    <dgm:cxn modelId="{121C6065-5FFC-48A4-9529-3037432401B6}" type="presParOf" srcId="{453FECB5-8388-41AE-884B-1FC0F42B1AE2}" destId="{973EE357-7E0D-4ACD-9F13-D62FFDB2AF4A}" srcOrd="3" destOrd="0" presId="urn:microsoft.com/office/officeart/2016/7/layout/LinearArrowProcessNumbered"/>
    <dgm:cxn modelId="{07B59FE7-DA68-4C1F-BED5-27AA6B03F650}" type="presParOf" srcId="{5B54EC34-3CF1-49F0-A097-00DA36288ECE}" destId="{54E4AC73-CA61-45FC-95E1-25B1CCB22D36}" srcOrd="2" destOrd="0" presId="urn:microsoft.com/office/officeart/2016/7/layout/LinearArrowProcessNumbered"/>
    <dgm:cxn modelId="{B3D37503-AD1F-458E-B192-4CF8EFC61EC2}" type="presParOf" srcId="{A98481AD-E36F-4141-B38D-A6942FE2EC84}" destId="{975423D1-9704-4A37-AF0E-A7487A501C22}" srcOrd="7" destOrd="0" presId="urn:microsoft.com/office/officeart/2016/7/layout/LinearArrowProcessNumbered"/>
    <dgm:cxn modelId="{FADC3477-7D76-4161-9D27-F9DB7028329C}" type="presParOf" srcId="{A98481AD-E36F-4141-B38D-A6942FE2EC84}" destId="{1CC339AE-0534-40AF-A7D8-D22E23553A11}" srcOrd="8" destOrd="0" presId="urn:microsoft.com/office/officeart/2016/7/layout/LinearArrowProcessNumbered"/>
    <dgm:cxn modelId="{38883D98-48B6-4BDF-9C55-A6EC3BE9F4DF}" type="presParOf" srcId="{1CC339AE-0534-40AF-A7D8-D22E23553A11}" destId="{2050249B-A5A5-4961-81A7-759F32B90498}" srcOrd="0" destOrd="0" presId="urn:microsoft.com/office/officeart/2016/7/layout/LinearArrowProcessNumbered"/>
    <dgm:cxn modelId="{2107B22F-0FC5-4147-AA7F-23A30B0DF818}" type="presParOf" srcId="{1CC339AE-0534-40AF-A7D8-D22E23553A11}" destId="{B2EB8A33-DACD-4E49-8D79-F37BECC9D2F0}" srcOrd="1" destOrd="0" presId="urn:microsoft.com/office/officeart/2016/7/layout/LinearArrowProcessNumbered"/>
    <dgm:cxn modelId="{81E0375E-437B-431B-8585-8DC09CF4E9F2}" type="presParOf" srcId="{B2EB8A33-DACD-4E49-8D79-F37BECC9D2F0}" destId="{6581EEAA-1C00-4CBD-8D3E-173CD67FE2B8}" srcOrd="0" destOrd="0" presId="urn:microsoft.com/office/officeart/2016/7/layout/LinearArrowProcessNumbered"/>
    <dgm:cxn modelId="{CA0263E6-7638-4F7F-ADA7-1180EEA84787}" type="presParOf" srcId="{B2EB8A33-DACD-4E49-8D79-F37BECC9D2F0}" destId="{7A9E902A-7FB9-475B-A32B-A31CFB42740B}" srcOrd="1" destOrd="0" presId="urn:microsoft.com/office/officeart/2016/7/layout/LinearArrowProcessNumbered"/>
    <dgm:cxn modelId="{33DDF814-6F7E-46DE-AB30-44B03A3D124C}" type="presParOf" srcId="{B2EB8A33-DACD-4E49-8D79-F37BECC9D2F0}" destId="{BC1CDADD-6D1D-46FC-A393-01600CBED316}" srcOrd="2" destOrd="0" presId="urn:microsoft.com/office/officeart/2016/7/layout/LinearArrowProcessNumbered"/>
    <dgm:cxn modelId="{37A73FF6-2830-426C-8AEB-2718E444DB3A}" type="presParOf" srcId="{B2EB8A33-DACD-4E49-8D79-F37BECC9D2F0}" destId="{7EB4FFFF-5BB3-47C4-9463-901DDBFFBB10}" srcOrd="3" destOrd="0" presId="urn:microsoft.com/office/officeart/2016/7/layout/LinearArrowProcessNumbered"/>
    <dgm:cxn modelId="{AAD08419-C65F-4E6A-A13D-7DDA5E16CC05}" type="presParOf" srcId="{1CC339AE-0534-40AF-A7D8-D22E23553A11}" destId="{799FE198-9C77-4575-9662-9C0B2683819E}" srcOrd="2" destOrd="0" presId="urn:microsoft.com/office/officeart/2016/7/layout/LinearArrowProcessNumbered"/>
    <dgm:cxn modelId="{3E308BC9-6D96-43B4-933F-C5700FF2285A}" type="presParOf" srcId="{A98481AD-E36F-4141-B38D-A6942FE2EC84}" destId="{5D7AF8F4-D9E7-47BC-B3F5-4E749A83294F}" srcOrd="9" destOrd="0" presId="urn:microsoft.com/office/officeart/2016/7/layout/LinearArrowProcessNumbered"/>
    <dgm:cxn modelId="{A2D0C887-0A96-40C3-A532-15616CC03F73}" type="presParOf" srcId="{A98481AD-E36F-4141-B38D-A6942FE2EC84}" destId="{CDB094EF-8DB6-48D1-BC88-52130F33C7F9}" srcOrd="10" destOrd="0" presId="urn:microsoft.com/office/officeart/2016/7/layout/LinearArrowProcessNumbered"/>
    <dgm:cxn modelId="{0C200D49-5E38-4F3C-9FE8-9A6716CE5C7D}" type="presParOf" srcId="{CDB094EF-8DB6-48D1-BC88-52130F33C7F9}" destId="{BF208ACE-DF22-4D75-96BF-37CF802124B5}" srcOrd="0" destOrd="0" presId="urn:microsoft.com/office/officeart/2016/7/layout/LinearArrowProcessNumbered"/>
    <dgm:cxn modelId="{BA0F1502-9476-4262-9A50-46E12F5F4673}" type="presParOf" srcId="{CDB094EF-8DB6-48D1-BC88-52130F33C7F9}" destId="{4F35EAFB-C83F-433A-AE43-542C9C299E4F}" srcOrd="1" destOrd="0" presId="urn:microsoft.com/office/officeart/2016/7/layout/LinearArrowProcessNumbered"/>
    <dgm:cxn modelId="{68FFA7FF-B76D-4D34-B5EB-29607DEB326E}" type="presParOf" srcId="{4F35EAFB-C83F-433A-AE43-542C9C299E4F}" destId="{DA2CA59A-528E-4A44-A555-3E4BE42A9B8F}" srcOrd="0" destOrd="0" presId="urn:microsoft.com/office/officeart/2016/7/layout/LinearArrowProcessNumbered"/>
    <dgm:cxn modelId="{C3BDA68F-D2E1-4290-9F1D-449FEC6BFD17}" type="presParOf" srcId="{4F35EAFB-C83F-433A-AE43-542C9C299E4F}" destId="{C4E36A2E-D3BA-4B7D-BB86-C245C66E92E8}" srcOrd="1" destOrd="0" presId="urn:microsoft.com/office/officeart/2016/7/layout/LinearArrowProcessNumbered"/>
    <dgm:cxn modelId="{C7B3BD0D-588D-4030-AECF-EBA0B07602BF}" type="presParOf" srcId="{4F35EAFB-C83F-433A-AE43-542C9C299E4F}" destId="{9D3CD037-D16F-4C8D-A0F8-6B0F41E8A477}" srcOrd="2" destOrd="0" presId="urn:microsoft.com/office/officeart/2016/7/layout/LinearArrowProcessNumbered"/>
    <dgm:cxn modelId="{E3F131D8-B1A5-4F5F-A988-AB2D92A77805}" type="presParOf" srcId="{4F35EAFB-C83F-433A-AE43-542C9C299E4F}" destId="{F6D09CFA-599D-4959-81E6-47C1FAE198BB}" srcOrd="3" destOrd="0" presId="urn:microsoft.com/office/officeart/2016/7/layout/LinearArrowProcessNumbered"/>
    <dgm:cxn modelId="{EBA2C0D7-A1CC-4D51-9113-33A190C6CF47}" type="presParOf" srcId="{CDB094EF-8DB6-48D1-BC88-52130F33C7F9}" destId="{B7EA396C-DA3A-48A1-9F89-0800D750B554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62A607-08E6-4F07-A7A3-0740CD360054}" type="doc">
      <dgm:prSet loTypeId="urn:microsoft.com/office/officeart/2018/2/layout/IconCircleList" loCatId="icon" qsTypeId="urn:microsoft.com/office/officeart/2005/8/quickstyle/simple1#5" qsCatId="simple" csTypeId="urn:microsoft.com/office/officeart/2005/8/colors/accent2_1#2" csCatId="accent2" phldr="1"/>
      <dgm:spPr/>
      <dgm:t>
        <a:bodyPr/>
        <a:lstStyle/>
        <a:p>
          <a:endParaRPr lang="en-US"/>
        </a:p>
      </dgm:t>
    </dgm:pt>
    <dgm:pt modelId="{BC70B8F9-06F1-461F-AB36-209095C2B358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rial Nova"/>
            </a:rPr>
            <a:t>Partial upfront deposit prior to consultations</a:t>
          </a:r>
        </a:p>
      </dgm:t>
    </dgm:pt>
    <dgm:pt modelId="{A67757A6-72DD-46EA-9BEB-3C710D62454E}" type="parTrans" cxnId="{8A296CCF-664E-4D7B-872A-67C851A94EC5}">
      <dgm:prSet/>
      <dgm:spPr/>
      <dgm:t>
        <a:bodyPr/>
        <a:lstStyle/>
        <a:p>
          <a:endParaRPr lang="en-US"/>
        </a:p>
      </dgm:t>
    </dgm:pt>
    <dgm:pt modelId="{62BF6E40-EED9-4085-B45D-B9B1D21C8EE2}" type="sibTrans" cxnId="{8A296CCF-664E-4D7B-872A-67C851A94EC5}">
      <dgm:prSet/>
      <dgm:spPr/>
      <dgm:t>
        <a:bodyPr/>
        <a:lstStyle/>
        <a:p>
          <a:endParaRPr lang="en-US"/>
        </a:p>
      </dgm:t>
    </dgm:pt>
    <dgm:pt modelId="{9D9B080B-A798-418A-9942-36C1B3ED8EA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rial Nova"/>
            </a:rPr>
            <a:t>The issue  isn’t revenue generation – it’s collection</a:t>
          </a:r>
        </a:p>
      </dgm:t>
    </dgm:pt>
    <dgm:pt modelId="{BA84BCA5-43DC-4A45-91F7-A5CA439694E0}" type="parTrans" cxnId="{8BFAC7A8-6CDC-4669-A3FD-E2DBBC7EA819}">
      <dgm:prSet/>
      <dgm:spPr/>
      <dgm:t>
        <a:bodyPr/>
        <a:lstStyle/>
        <a:p>
          <a:endParaRPr lang="en-CA"/>
        </a:p>
      </dgm:t>
    </dgm:pt>
    <dgm:pt modelId="{49A9AB05-CF5C-4B0F-A815-5F818C8939DF}" type="sibTrans" cxnId="{8BFAC7A8-6CDC-4669-A3FD-E2DBBC7EA81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0693C06-8D28-45E3-BB3C-811CDB6FDC0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rial Nova"/>
            </a:rPr>
            <a:t>Define clear payment terms of 7, 15, or 30 days post-consultation</a:t>
          </a:r>
        </a:p>
      </dgm:t>
    </dgm:pt>
    <dgm:pt modelId="{52173390-047F-491A-96B1-4A8E2BC30C29}" type="parTrans" cxnId="{CE48016E-6F1B-468C-9FFA-B18AB867AEBF}">
      <dgm:prSet/>
      <dgm:spPr/>
      <dgm:t>
        <a:bodyPr/>
        <a:lstStyle/>
        <a:p>
          <a:endParaRPr lang="en-CA"/>
        </a:p>
      </dgm:t>
    </dgm:pt>
    <dgm:pt modelId="{0F0AE279-0D9A-4BFB-8A29-C4AF35B2A13B}" type="sibTrans" cxnId="{CE48016E-6F1B-468C-9FFA-B18AB867AEB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E832A06-6512-4E32-BF9F-85D1FD6A2665}" type="pres">
      <dgm:prSet presAssocID="{3362A607-08E6-4F07-A7A3-0740CD360054}" presName="root" presStyleCnt="0">
        <dgm:presLayoutVars>
          <dgm:dir/>
          <dgm:resizeHandles val="exact"/>
        </dgm:presLayoutVars>
      </dgm:prSet>
      <dgm:spPr/>
    </dgm:pt>
    <dgm:pt modelId="{6225599E-6E0C-4E07-AF82-0CC33E090017}" type="pres">
      <dgm:prSet presAssocID="{3362A607-08E6-4F07-A7A3-0740CD360054}" presName="container" presStyleCnt="0">
        <dgm:presLayoutVars>
          <dgm:dir/>
          <dgm:resizeHandles val="exact"/>
        </dgm:presLayoutVars>
      </dgm:prSet>
      <dgm:spPr/>
    </dgm:pt>
    <dgm:pt modelId="{06BA53BA-9B41-4AC8-96EF-24BEF1379D8F}" type="pres">
      <dgm:prSet presAssocID="{9D9B080B-A798-418A-9942-36C1B3ED8EA8}" presName="compNode" presStyleCnt="0"/>
      <dgm:spPr/>
    </dgm:pt>
    <dgm:pt modelId="{88D320B2-9872-453C-8F7B-3878827A4377}" type="pres">
      <dgm:prSet presAssocID="{9D9B080B-A798-418A-9942-36C1B3ED8EA8}" presName="iconBgRect" presStyleLbl="bgShp" presStyleIdx="0" presStyleCnt="3"/>
      <dgm:spPr/>
    </dgm:pt>
    <dgm:pt modelId="{8D30AF2A-E5FA-441A-A97B-724F6ABD8774}" type="pres">
      <dgm:prSet presAssocID="{9D9B080B-A798-418A-9942-36C1B3ED8EA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41A4B1C2-4C86-4BC8-A481-4E3B0BDA24B4}" type="pres">
      <dgm:prSet presAssocID="{9D9B080B-A798-418A-9942-36C1B3ED8EA8}" presName="spaceRect" presStyleCnt="0"/>
      <dgm:spPr/>
    </dgm:pt>
    <dgm:pt modelId="{B1FCDFC1-0195-44A7-87BF-E2670C43DD43}" type="pres">
      <dgm:prSet presAssocID="{9D9B080B-A798-418A-9942-36C1B3ED8EA8}" presName="textRect" presStyleLbl="revTx" presStyleIdx="0" presStyleCnt="3">
        <dgm:presLayoutVars>
          <dgm:chMax val="1"/>
          <dgm:chPref val="1"/>
        </dgm:presLayoutVars>
      </dgm:prSet>
      <dgm:spPr/>
    </dgm:pt>
    <dgm:pt modelId="{89B3B4E2-E182-4866-8A49-21268DA705E1}" type="pres">
      <dgm:prSet presAssocID="{49A9AB05-CF5C-4B0F-A815-5F818C8939DF}" presName="sibTrans" presStyleLbl="sibTrans2D1" presStyleIdx="0" presStyleCnt="0"/>
      <dgm:spPr/>
    </dgm:pt>
    <dgm:pt modelId="{EE8680C6-7C48-42E4-BFB2-B0707607D7BE}" type="pres">
      <dgm:prSet presAssocID="{80693C06-8D28-45E3-BB3C-811CDB6FDC01}" presName="compNode" presStyleCnt="0"/>
      <dgm:spPr/>
    </dgm:pt>
    <dgm:pt modelId="{AACACD51-7C56-42ED-8FF5-9C17762A4D1D}" type="pres">
      <dgm:prSet presAssocID="{80693C06-8D28-45E3-BB3C-811CDB6FDC01}" presName="iconBgRect" presStyleLbl="bgShp" presStyleIdx="1" presStyleCnt="3"/>
      <dgm:spPr/>
    </dgm:pt>
    <dgm:pt modelId="{81DBAB85-36CA-4705-91A5-BF8B1FDA3D54}" type="pres">
      <dgm:prSet presAssocID="{80693C06-8D28-45E3-BB3C-811CDB6FDC0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0319CA27-F551-41BD-A6B8-9220D7EC272C}" type="pres">
      <dgm:prSet presAssocID="{80693C06-8D28-45E3-BB3C-811CDB6FDC01}" presName="spaceRect" presStyleCnt="0"/>
      <dgm:spPr/>
    </dgm:pt>
    <dgm:pt modelId="{F505B52B-3F20-40E7-B764-66FBC9190F6D}" type="pres">
      <dgm:prSet presAssocID="{80693C06-8D28-45E3-BB3C-811CDB6FDC01}" presName="textRect" presStyleLbl="revTx" presStyleIdx="1" presStyleCnt="3">
        <dgm:presLayoutVars>
          <dgm:chMax val="1"/>
          <dgm:chPref val="1"/>
        </dgm:presLayoutVars>
      </dgm:prSet>
      <dgm:spPr/>
    </dgm:pt>
    <dgm:pt modelId="{3714FBEE-6D30-4CCB-ABBF-EC9936DE8D3F}" type="pres">
      <dgm:prSet presAssocID="{0F0AE279-0D9A-4BFB-8A29-C4AF35B2A13B}" presName="sibTrans" presStyleLbl="sibTrans2D1" presStyleIdx="0" presStyleCnt="0"/>
      <dgm:spPr/>
    </dgm:pt>
    <dgm:pt modelId="{7453D14C-F5B2-4856-90A9-02A48143D847}" type="pres">
      <dgm:prSet presAssocID="{BC70B8F9-06F1-461F-AB36-209095C2B358}" presName="compNode" presStyleCnt="0"/>
      <dgm:spPr/>
    </dgm:pt>
    <dgm:pt modelId="{13D3CB88-F596-40E6-9155-8C829089984D}" type="pres">
      <dgm:prSet presAssocID="{BC70B8F9-06F1-461F-AB36-209095C2B358}" presName="iconBgRect" presStyleLbl="bgShp" presStyleIdx="2" presStyleCnt="3"/>
      <dgm:spPr/>
    </dgm:pt>
    <dgm:pt modelId="{7AAD5780-A4BB-4AAE-865E-F422F94CD2AE}" type="pres">
      <dgm:prSet presAssocID="{BC70B8F9-06F1-461F-AB36-209095C2B35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03F96E83-B7F6-4D49-95C2-69F54E4AAEB7}" type="pres">
      <dgm:prSet presAssocID="{BC70B8F9-06F1-461F-AB36-209095C2B358}" presName="spaceRect" presStyleCnt="0"/>
      <dgm:spPr/>
    </dgm:pt>
    <dgm:pt modelId="{96E6507B-6369-440A-A96C-F06FA121D8FA}" type="pres">
      <dgm:prSet presAssocID="{BC70B8F9-06F1-461F-AB36-209095C2B35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6524C06-24FB-4FCD-AC20-1EDD36E2E46E}" type="presOf" srcId="{80693C06-8D28-45E3-BB3C-811CDB6FDC01}" destId="{F505B52B-3F20-40E7-B764-66FBC9190F6D}" srcOrd="0" destOrd="0" presId="urn:microsoft.com/office/officeart/2018/2/layout/IconCircleList"/>
    <dgm:cxn modelId="{F6825C29-6026-4410-8FE3-35EC5B2E0B1D}" type="presOf" srcId="{9D9B080B-A798-418A-9942-36C1B3ED8EA8}" destId="{B1FCDFC1-0195-44A7-87BF-E2670C43DD43}" srcOrd="0" destOrd="0" presId="urn:microsoft.com/office/officeart/2018/2/layout/IconCircleList"/>
    <dgm:cxn modelId="{73A77F6B-36F6-43AC-8356-01B3D5680EDF}" type="presOf" srcId="{BC70B8F9-06F1-461F-AB36-209095C2B358}" destId="{96E6507B-6369-440A-A96C-F06FA121D8FA}" srcOrd="0" destOrd="0" presId="urn:microsoft.com/office/officeart/2018/2/layout/IconCircleList"/>
    <dgm:cxn modelId="{CE48016E-6F1B-468C-9FFA-B18AB867AEBF}" srcId="{3362A607-08E6-4F07-A7A3-0740CD360054}" destId="{80693C06-8D28-45E3-BB3C-811CDB6FDC01}" srcOrd="1" destOrd="0" parTransId="{52173390-047F-491A-96B1-4A8E2BC30C29}" sibTransId="{0F0AE279-0D9A-4BFB-8A29-C4AF35B2A13B}"/>
    <dgm:cxn modelId="{A9056088-6FED-4E5D-841A-DE7B140C8631}" type="presOf" srcId="{3362A607-08E6-4F07-A7A3-0740CD360054}" destId="{6E832A06-6512-4E32-BF9F-85D1FD6A2665}" srcOrd="0" destOrd="0" presId="urn:microsoft.com/office/officeart/2018/2/layout/IconCircleList"/>
    <dgm:cxn modelId="{8BFAC7A8-6CDC-4669-A3FD-E2DBBC7EA819}" srcId="{3362A607-08E6-4F07-A7A3-0740CD360054}" destId="{9D9B080B-A798-418A-9942-36C1B3ED8EA8}" srcOrd="0" destOrd="0" parTransId="{BA84BCA5-43DC-4A45-91F7-A5CA439694E0}" sibTransId="{49A9AB05-CF5C-4B0F-A815-5F818C8939DF}"/>
    <dgm:cxn modelId="{8CF709B8-DF1F-42DF-B174-B5D69E3F74FE}" type="presOf" srcId="{0F0AE279-0D9A-4BFB-8A29-C4AF35B2A13B}" destId="{3714FBEE-6D30-4CCB-ABBF-EC9936DE8D3F}" srcOrd="0" destOrd="0" presId="urn:microsoft.com/office/officeart/2018/2/layout/IconCircleList"/>
    <dgm:cxn modelId="{8A296CCF-664E-4D7B-872A-67C851A94EC5}" srcId="{3362A607-08E6-4F07-A7A3-0740CD360054}" destId="{BC70B8F9-06F1-461F-AB36-209095C2B358}" srcOrd="2" destOrd="0" parTransId="{A67757A6-72DD-46EA-9BEB-3C710D62454E}" sibTransId="{62BF6E40-EED9-4085-B45D-B9B1D21C8EE2}"/>
    <dgm:cxn modelId="{FD799EFE-5227-4B2B-A2F9-A6D6FE0236C7}" type="presOf" srcId="{49A9AB05-CF5C-4B0F-A815-5F818C8939DF}" destId="{89B3B4E2-E182-4866-8A49-21268DA705E1}" srcOrd="0" destOrd="0" presId="urn:microsoft.com/office/officeart/2018/2/layout/IconCircleList"/>
    <dgm:cxn modelId="{4EEAAEC3-DBC3-4F43-BDC3-9DD2110FDF38}" type="presParOf" srcId="{6E832A06-6512-4E32-BF9F-85D1FD6A2665}" destId="{6225599E-6E0C-4E07-AF82-0CC33E090017}" srcOrd="0" destOrd="0" presId="urn:microsoft.com/office/officeart/2018/2/layout/IconCircleList"/>
    <dgm:cxn modelId="{E281C6F8-9640-439D-8CB9-7B32B04034C7}" type="presParOf" srcId="{6225599E-6E0C-4E07-AF82-0CC33E090017}" destId="{06BA53BA-9B41-4AC8-96EF-24BEF1379D8F}" srcOrd="0" destOrd="0" presId="urn:microsoft.com/office/officeart/2018/2/layout/IconCircleList"/>
    <dgm:cxn modelId="{87F9F3AC-9FBD-4AC3-80A5-A846B700EA9D}" type="presParOf" srcId="{06BA53BA-9B41-4AC8-96EF-24BEF1379D8F}" destId="{88D320B2-9872-453C-8F7B-3878827A4377}" srcOrd="0" destOrd="0" presId="urn:microsoft.com/office/officeart/2018/2/layout/IconCircleList"/>
    <dgm:cxn modelId="{7718802C-5325-48D4-8F23-EB102FCC668E}" type="presParOf" srcId="{06BA53BA-9B41-4AC8-96EF-24BEF1379D8F}" destId="{8D30AF2A-E5FA-441A-A97B-724F6ABD8774}" srcOrd="1" destOrd="0" presId="urn:microsoft.com/office/officeart/2018/2/layout/IconCircleList"/>
    <dgm:cxn modelId="{747C18DF-53ED-4C7D-86CC-BA82AC6A4F8C}" type="presParOf" srcId="{06BA53BA-9B41-4AC8-96EF-24BEF1379D8F}" destId="{41A4B1C2-4C86-4BC8-A481-4E3B0BDA24B4}" srcOrd="2" destOrd="0" presId="urn:microsoft.com/office/officeart/2018/2/layout/IconCircleList"/>
    <dgm:cxn modelId="{3914C704-99BD-44AE-8235-706C9FEF9618}" type="presParOf" srcId="{06BA53BA-9B41-4AC8-96EF-24BEF1379D8F}" destId="{B1FCDFC1-0195-44A7-87BF-E2670C43DD43}" srcOrd="3" destOrd="0" presId="urn:microsoft.com/office/officeart/2018/2/layout/IconCircleList"/>
    <dgm:cxn modelId="{72286637-8C0F-4081-9753-369D5D2DDA12}" type="presParOf" srcId="{6225599E-6E0C-4E07-AF82-0CC33E090017}" destId="{89B3B4E2-E182-4866-8A49-21268DA705E1}" srcOrd="1" destOrd="0" presId="urn:microsoft.com/office/officeart/2018/2/layout/IconCircleList"/>
    <dgm:cxn modelId="{975DC7DB-3EEC-40FF-BEA5-6728859227D4}" type="presParOf" srcId="{6225599E-6E0C-4E07-AF82-0CC33E090017}" destId="{EE8680C6-7C48-42E4-BFB2-B0707607D7BE}" srcOrd="2" destOrd="0" presId="urn:microsoft.com/office/officeart/2018/2/layout/IconCircleList"/>
    <dgm:cxn modelId="{3EEBE2D8-A1F9-4A2C-9C54-7755D88F6D7B}" type="presParOf" srcId="{EE8680C6-7C48-42E4-BFB2-B0707607D7BE}" destId="{AACACD51-7C56-42ED-8FF5-9C17762A4D1D}" srcOrd="0" destOrd="0" presId="urn:microsoft.com/office/officeart/2018/2/layout/IconCircleList"/>
    <dgm:cxn modelId="{471B069D-5C23-46C9-A15C-71EE4C687BDC}" type="presParOf" srcId="{EE8680C6-7C48-42E4-BFB2-B0707607D7BE}" destId="{81DBAB85-36CA-4705-91A5-BF8B1FDA3D54}" srcOrd="1" destOrd="0" presId="urn:microsoft.com/office/officeart/2018/2/layout/IconCircleList"/>
    <dgm:cxn modelId="{4DF99949-8B33-44C8-84C5-697223141688}" type="presParOf" srcId="{EE8680C6-7C48-42E4-BFB2-B0707607D7BE}" destId="{0319CA27-F551-41BD-A6B8-9220D7EC272C}" srcOrd="2" destOrd="0" presId="urn:microsoft.com/office/officeart/2018/2/layout/IconCircleList"/>
    <dgm:cxn modelId="{801C13BC-54B3-4A4B-BE70-A63CA9380FC1}" type="presParOf" srcId="{EE8680C6-7C48-42E4-BFB2-B0707607D7BE}" destId="{F505B52B-3F20-40E7-B764-66FBC9190F6D}" srcOrd="3" destOrd="0" presId="urn:microsoft.com/office/officeart/2018/2/layout/IconCircleList"/>
    <dgm:cxn modelId="{B47E1E8F-7CD2-4BC4-A5C4-39F3AC53F11D}" type="presParOf" srcId="{6225599E-6E0C-4E07-AF82-0CC33E090017}" destId="{3714FBEE-6D30-4CCB-ABBF-EC9936DE8D3F}" srcOrd="3" destOrd="0" presId="urn:microsoft.com/office/officeart/2018/2/layout/IconCircleList"/>
    <dgm:cxn modelId="{BE676A3F-2353-4204-8E6D-A08611C3BBAA}" type="presParOf" srcId="{6225599E-6E0C-4E07-AF82-0CC33E090017}" destId="{7453D14C-F5B2-4856-90A9-02A48143D847}" srcOrd="4" destOrd="0" presId="urn:microsoft.com/office/officeart/2018/2/layout/IconCircleList"/>
    <dgm:cxn modelId="{14C44477-0C10-43E2-B132-F42974A0628C}" type="presParOf" srcId="{7453D14C-F5B2-4856-90A9-02A48143D847}" destId="{13D3CB88-F596-40E6-9155-8C829089984D}" srcOrd="0" destOrd="0" presId="urn:microsoft.com/office/officeart/2018/2/layout/IconCircleList"/>
    <dgm:cxn modelId="{C2F2279D-8851-4E73-83F6-D75DAC90F15D}" type="presParOf" srcId="{7453D14C-F5B2-4856-90A9-02A48143D847}" destId="{7AAD5780-A4BB-4AAE-865E-F422F94CD2AE}" srcOrd="1" destOrd="0" presId="urn:microsoft.com/office/officeart/2018/2/layout/IconCircleList"/>
    <dgm:cxn modelId="{25E627C1-EFD0-4D25-B62E-E277304CE3FF}" type="presParOf" srcId="{7453D14C-F5B2-4856-90A9-02A48143D847}" destId="{03F96E83-B7F6-4D49-95C2-69F54E4AAEB7}" srcOrd="2" destOrd="0" presId="urn:microsoft.com/office/officeart/2018/2/layout/IconCircleList"/>
    <dgm:cxn modelId="{46ACE5E5-7A60-40FA-9C9A-B68AFF0B12B7}" type="presParOf" srcId="{7453D14C-F5B2-4856-90A9-02A48143D847}" destId="{96E6507B-6369-440A-A96C-F06FA121D8F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C6ADB3F-79B6-439D-8817-DD7D50B6F5CC}" type="doc">
      <dgm:prSet loTypeId="urn:microsoft.com/office/officeart/2018/2/layout/IconLabelList" loCatId="icon" qsTypeId="urn:microsoft.com/office/officeart/2005/8/quickstyle/simple1#6" qsCatId="simple" csTypeId="urn:microsoft.com/office/officeart/2005/8/colors/accent2_1#3" csCatId="accent2" phldr="1"/>
      <dgm:spPr/>
      <dgm:t>
        <a:bodyPr/>
        <a:lstStyle/>
        <a:p>
          <a:endParaRPr lang="en-US"/>
        </a:p>
      </dgm:t>
    </dgm:pt>
    <dgm:pt modelId="{54CEB51A-4D9A-4849-81F0-DF95947CC245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latin typeface="Arial Nova"/>
              <a:ea typeface="+mn-ea"/>
              <a:cs typeface="+mn-cs"/>
            </a:rPr>
            <a:t>Reduce single client concentration for revenue</a:t>
          </a:r>
        </a:p>
      </dgm:t>
    </dgm:pt>
    <dgm:pt modelId="{7E3F60B5-ECF2-4B25-92CC-8D8D3C7A53A4}" type="parTrans" cxnId="{3C2BAD7A-ABA2-4064-AD4E-F82E40C8B88E}">
      <dgm:prSet/>
      <dgm:spPr/>
      <dgm:t>
        <a:bodyPr/>
        <a:lstStyle/>
        <a:p>
          <a:endParaRPr lang="en-US"/>
        </a:p>
      </dgm:t>
    </dgm:pt>
    <dgm:pt modelId="{3F37D3D2-4A0D-42DF-AA0C-0D5B7246A1CA}" type="sibTrans" cxnId="{3C2BAD7A-ABA2-4064-AD4E-F82E40C8B88E}">
      <dgm:prSet/>
      <dgm:spPr/>
      <dgm:t>
        <a:bodyPr/>
        <a:lstStyle/>
        <a:p>
          <a:endParaRPr lang="en-US"/>
        </a:p>
      </dgm:t>
    </dgm:pt>
    <dgm:pt modelId="{7BD39569-35CA-4AAA-A17E-0A052BCF1DE1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latin typeface="Arial Nova"/>
              <a:ea typeface="+mn-ea"/>
              <a:cs typeface="+mn-cs"/>
            </a:rPr>
            <a:t>Adjust the pricing structure for new clients moving forward</a:t>
          </a:r>
          <a:endParaRPr lang="en-US" sz="1800" b="1" i="1">
            <a:latin typeface="Arial Nova"/>
            <a:ea typeface="+mn-ea"/>
            <a:cs typeface="+mn-cs"/>
          </a:endParaRPr>
        </a:p>
      </dgm:t>
    </dgm:pt>
    <dgm:pt modelId="{14A68B42-13C2-4FA5-9E56-E41D64A96739}" type="parTrans" cxnId="{A20B01D4-F4BC-4D48-9F9F-BBE2AB117C94}">
      <dgm:prSet/>
      <dgm:spPr/>
    </dgm:pt>
    <dgm:pt modelId="{98E5E272-F2F7-42C6-A3D5-72E15A70FAED}" type="sibTrans" cxnId="{A20B01D4-F4BC-4D48-9F9F-BBE2AB117C9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0578C9B-A665-46BC-A4E6-0298F958332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>
              <a:latin typeface="Arial Nova"/>
              <a:ea typeface="+mn-ea"/>
              <a:cs typeface="+mn-cs"/>
            </a:rPr>
            <a:t>Implement a minimum floor rate aligned with average hourly rate ($117.63) moving forward for new client engagements</a:t>
          </a:r>
        </a:p>
      </dgm:t>
    </dgm:pt>
    <dgm:pt modelId="{7CC0BB53-1B7D-4C66-85C9-676DBDC8671D}" type="parTrans" cxnId="{6B305860-FEE1-4083-A421-879B7E6E5C8E}">
      <dgm:prSet/>
      <dgm:spPr/>
    </dgm:pt>
    <dgm:pt modelId="{95BB3734-5834-4FAA-BF79-E4675FC1DBB8}" type="sibTrans" cxnId="{6B305860-FEE1-4083-A421-879B7E6E5C8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C2903D3-C831-4421-A92F-0FDCBAFCB21A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latin typeface="Arial Nova"/>
              <a:ea typeface="+mn-ea"/>
              <a:cs typeface="+mn-cs"/>
            </a:rPr>
            <a:t>Define client tiers to prioritize high-value scheduling</a:t>
          </a:r>
        </a:p>
      </dgm:t>
    </dgm:pt>
    <dgm:pt modelId="{C4870FB9-2925-4373-BCA1-15797EDF77E9}" type="parTrans" cxnId="{B9C8B6A0-FFB5-468B-99FF-165DC816483D}">
      <dgm:prSet/>
      <dgm:spPr/>
    </dgm:pt>
    <dgm:pt modelId="{46D5427A-D7D0-480C-9A7F-B03ECB34414F}" type="sibTrans" cxnId="{B9C8B6A0-FFB5-468B-99FF-165DC816483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93E708C-6C91-4ABD-A7A6-710F6EC2AE8C}" type="pres">
      <dgm:prSet presAssocID="{0C6ADB3F-79B6-439D-8817-DD7D50B6F5CC}" presName="root" presStyleCnt="0">
        <dgm:presLayoutVars>
          <dgm:dir/>
          <dgm:resizeHandles val="exact"/>
        </dgm:presLayoutVars>
      </dgm:prSet>
      <dgm:spPr/>
    </dgm:pt>
    <dgm:pt modelId="{2F560761-7539-42B1-A9D2-81D37606FD79}" type="pres">
      <dgm:prSet presAssocID="{7BD39569-35CA-4AAA-A17E-0A052BCF1DE1}" presName="compNode" presStyleCnt="0"/>
      <dgm:spPr/>
    </dgm:pt>
    <dgm:pt modelId="{EAFF662E-4DBD-4061-9095-7DD7E785F1DC}" type="pres">
      <dgm:prSet presAssocID="{7BD39569-35CA-4AAA-A17E-0A052BCF1DE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313C1BA-50FB-4015-94C1-ADDC06B4154B}" type="pres">
      <dgm:prSet presAssocID="{7BD39569-35CA-4AAA-A17E-0A052BCF1DE1}" presName="spaceRect" presStyleCnt="0"/>
      <dgm:spPr/>
    </dgm:pt>
    <dgm:pt modelId="{18DC323D-8FCE-4C98-96CD-463D29696D73}" type="pres">
      <dgm:prSet presAssocID="{7BD39569-35CA-4AAA-A17E-0A052BCF1DE1}" presName="textRect" presStyleLbl="revTx" presStyleIdx="0" presStyleCnt="4">
        <dgm:presLayoutVars>
          <dgm:chMax val="1"/>
          <dgm:chPref val="1"/>
        </dgm:presLayoutVars>
      </dgm:prSet>
      <dgm:spPr/>
    </dgm:pt>
    <dgm:pt modelId="{628979BB-E39D-4CB2-BF5F-88A425B1B9E4}" type="pres">
      <dgm:prSet presAssocID="{98E5E272-F2F7-42C6-A3D5-72E15A70FAED}" presName="sibTrans" presStyleCnt="0"/>
      <dgm:spPr/>
    </dgm:pt>
    <dgm:pt modelId="{FFF707FB-34A4-464F-B5DF-9B6D97BD4924}" type="pres">
      <dgm:prSet presAssocID="{C0578C9B-A665-46BC-A4E6-0298F9583329}" presName="compNode" presStyleCnt="0"/>
      <dgm:spPr/>
    </dgm:pt>
    <dgm:pt modelId="{D8B44B90-A5DC-4A26-9301-E5EFAE765A01}" type="pres">
      <dgm:prSet presAssocID="{C0578C9B-A665-46BC-A4E6-0298F958332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62AC303-B6D4-4976-B134-B237B41D9BF2}" type="pres">
      <dgm:prSet presAssocID="{C0578C9B-A665-46BC-A4E6-0298F9583329}" presName="spaceRect" presStyleCnt="0"/>
      <dgm:spPr/>
    </dgm:pt>
    <dgm:pt modelId="{96373445-0860-44A8-9665-803494E74B0C}" type="pres">
      <dgm:prSet presAssocID="{C0578C9B-A665-46BC-A4E6-0298F9583329}" presName="textRect" presStyleLbl="revTx" presStyleIdx="1" presStyleCnt="4">
        <dgm:presLayoutVars>
          <dgm:chMax val="1"/>
          <dgm:chPref val="1"/>
        </dgm:presLayoutVars>
      </dgm:prSet>
      <dgm:spPr/>
    </dgm:pt>
    <dgm:pt modelId="{342DA9F6-10BE-43DF-9323-EEFF08135005}" type="pres">
      <dgm:prSet presAssocID="{95BB3734-5834-4FAA-BF79-E4675FC1DBB8}" presName="sibTrans" presStyleCnt="0"/>
      <dgm:spPr/>
    </dgm:pt>
    <dgm:pt modelId="{5D860328-C835-44EA-850E-94CF9E60004D}" type="pres">
      <dgm:prSet presAssocID="{9C2903D3-C831-4421-A92F-0FDCBAFCB21A}" presName="compNode" presStyleCnt="0"/>
      <dgm:spPr/>
    </dgm:pt>
    <dgm:pt modelId="{305EC6D9-E3CF-41BD-96ED-A0DF353A39DA}" type="pres">
      <dgm:prSet presAssocID="{9C2903D3-C831-4421-A92F-0FDCBAFCB21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8A5BBF1C-DA27-44C3-8FE7-DE4F7535A7C3}" type="pres">
      <dgm:prSet presAssocID="{9C2903D3-C831-4421-A92F-0FDCBAFCB21A}" presName="spaceRect" presStyleCnt="0"/>
      <dgm:spPr/>
    </dgm:pt>
    <dgm:pt modelId="{4DE0B360-6865-45B6-9438-36205035A5C8}" type="pres">
      <dgm:prSet presAssocID="{9C2903D3-C831-4421-A92F-0FDCBAFCB21A}" presName="textRect" presStyleLbl="revTx" presStyleIdx="2" presStyleCnt="4">
        <dgm:presLayoutVars>
          <dgm:chMax val="1"/>
          <dgm:chPref val="1"/>
        </dgm:presLayoutVars>
      </dgm:prSet>
      <dgm:spPr/>
    </dgm:pt>
    <dgm:pt modelId="{FA0D9823-C0EE-4E2D-A5A4-37F467DE1C76}" type="pres">
      <dgm:prSet presAssocID="{46D5427A-D7D0-480C-9A7F-B03ECB34414F}" presName="sibTrans" presStyleCnt="0"/>
      <dgm:spPr/>
    </dgm:pt>
    <dgm:pt modelId="{A6390ECA-B00F-4DFF-8D1F-5E4816F127B1}" type="pres">
      <dgm:prSet presAssocID="{54CEB51A-4D9A-4849-81F0-DF95947CC245}" presName="compNode" presStyleCnt="0"/>
      <dgm:spPr/>
    </dgm:pt>
    <dgm:pt modelId="{C2850A4B-FC02-4AEB-8584-879E9D70A2B8}" type="pres">
      <dgm:prSet presAssocID="{54CEB51A-4D9A-4849-81F0-DF95947CC24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D8F999E9-D3CD-4102-8FA0-C443276F0B9E}" type="pres">
      <dgm:prSet presAssocID="{54CEB51A-4D9A-4849-81F0-DF95947CC245}" presName="spaceRect" presStyleCnt="0"/>
      <dgm:spPr/>
    </dgm:pt>
    <dgm:pt modelId="{4580FE16-F162-4279-A8E5-97F934134FBD}" type="pres">
      <dgm:prSet presAssocID="{54CEB51A-4D9A-4849-81F0-DF95947CC24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D147E25-6E05-4483-85C1-16085776E25E}" type="presOf" srcId="{54CEB51A-4D9A-4849-81F0-DF95947CC245}" destId="{4580FE16-F162-4279-A8E5-97F934134FBD}" srcOrd="0" destOrd="0" presId="urn:microsoft.com/office/officeart/2018/2/layout/IconLabelList"/>
    <dgm:cxn modelId="{DB6BDA3B-5255-4950-8B8F-33F6B155AD2D}" type="presOf" srcId="{9C2903D3-C831-4421-A92F-0FDCBAFCB21A}" destId="{4DE0B360-6865-45B6-9438-36205035A5C8}" srcOrd="0" destOrd="0" presId="urn:microsoft.com/office/officeart/2018/2/layout/IconLabelList"/>
    <dgm:cxn modelId="{6B305860-FEE1-4083-A421-879B7E6E5C8E}" srcId="{0C6ADB3F-79B6-439D-8817-DD7D50B6F5CC}" destId="{C0578C9B-A665-46BC-A4E6-0298F9583329}" srcOrd="1" destOrd="0" parTransId="{7CC0BB53-1B7D-4C66-85C9-676DBDC8671D}" sibTransId="{95BB3734-5834-4FAA-BF79-E4675FC1DBB8}"/>
    <dgm:cxn modelId="{E6E0AA53-0423-49E0-8F4F-EE3AE97E8D84}" type="presOf" srcId="{0C6ADB3F-79B6-439D-8817-DD7D50B6F5CC}" destId="{493E708C-6C91-4ABD-A7A6-710F6EC2AE8C}" srcOrd="0" destOrd="0" presId="urn:microsoft.com/office/officeart/2018/2/layout/IconLabelList"/>
    <dgm:cxn modelId="{3C2BAD7A-ABA2-4064-AD4E-F82E40C8B88E}" srcId="{0C6ADB3F-79B6-439D-8817-DD7D50B6F5CC}" destId="{54CEB51A-4D9A-4849-81F0-DF95947CC245}" srcOrd="3" destOrd="0" parTransId="{7E3F60B5-ECF2-4B25-92CC-8D8D3C7A53A4}" sibTransId="{3F37D3D2-4A0D-42DF-AA0C-0D5B7246A1CA}"/>
    <dgm:cxn modelId="{4D524A8B-9430-46A2-9742-C4A3525A891A}" type="presOf" srcId="{7BD39569-35CA-4AAA-A17E-0A052BCF1DE1}" destId="{18DC323D-8FCE-4C98-96CD-463D29696D73}" srcOrd="0" destOrd="0" presId="urn:microsoft.com/office/officeart/2018/2/layout/IconLabelList"/>
    <dgm:cxn modelId="{B9C8B6A0-FFB5-468B-99FF-165DC816483D}" srcId="{0C6ADB3F-79B6-439D-8817-DD7D50B6F5CC}" destId="{9C2903D3-C831-4421-A92F-0FDCBAFCB21A}" srcOrd="2" destOrd="0" parTransId="{C4870FB9-2925-4373-BCA1-15797EDF77E9}" sibTransId="{46D5427A-D7D0-480C-9A7F-B03ECB34414F}"/>
    <dgm:cxn modelId="{53F3FCB5-CF03-4BF5-947A-491C438D2FD9}" type="presOf" srcId="{C0578C9B-A665-46BC-A4E6-0298F9583329}" destId="{96373445-0860-44A8-9665-803494E74B0C}" srcOrd="0" destOrd="0" presId="urn:microsoft.com/office/officeart/2018/2/layout/IconLabelList"/>
    <dgm:cxn modelId="{A20B01D4-F4BC-4D48-9F9F-BBE2AB117C94}" srcId="{0C6ADB3F-79B6-439D-8817-DD7D50B6F5CC}" destId="{7BD39569-35CA-4AAA-A17E-0A052BCF1DE1}" srcOrd="0" destOrd="0" parTransId="{14A68B42-13C2-4FA5-9E56-E41D64A96739}" sibTransId="{98E5E272-F2F7-42C6-A3D5-72E15A70FAED}"/>
    <dgm:cxn modelId="{3D1425A0-7B28-4EE4-8A2D-F122C60CD843}" type="presParOf" srcId="{493E708C-6C91-4ABD-A7A6-710F6EC2AE8C}" destId="{2F560761-7539-42B1-A9D2-81D37606FD79}" srcOrd="0" destOrd="0" presId="urn:microsoft.com/office/officeart/2018/2/layout/IconLabelList"/>
    <dgm:cxn modelId="{1F653609-2263-4AF0-B62F-008554FEE20D}" type="presParOf" srcId="{2F560761-7539-42B1-A9D2-81D37606FD79}" destId="{EAFF662E-4DBD-4061-9095-7DD7E785F1DC}" srcOrd="0" destOrd="0" presId="urn:microsoft.com/office/officeart/2018/2/layout/IconLabelList"/>
    <dgm:cxn modelId="{913055C4-2DD0-47F9-B47A-6EA35380E09A}" type="presParOf" srcId="{2F560761-7539-42B1-A9D2-81D37606FD79}" destId="{E313C1BA-50FB-4015-94C1-ADDC06B4154B}" srcOrd="1" destOrd="0" presId="urn:microsoft.com/office/officeart/2018/2/layout/IconLabelList"/>
    <dgm:cxn modelId="{75B98869-9FD7-4A42-9BA7-6A016B668A52}" type="presParOf" srcId="{2F560761-7539-42B1-A9D2-81D37606FD79}" destId="{18DC323D-8FCE-4C98-96CD-463D29696D73}" srcOrd="2" destOrd="0" presId="urn:microsoft.com/office/officeart/2018/2/layout/IconLabelList"/>
    <dgm:cxn modelId="{9A0C5EDF-29BB-434C-B5E6-616ABB8352D1}" type="presParOf" srcId="{493E708C-6C91-4ABD-A7A6-710F6EC2AE8C}" destId="{628979BB-E39D-4CB2-BF5F-88A425B1B9E4}" srcOrd="1" destOrd="0" presId="urn:microsoft.com/office/officeart/2018/2/layout/IconLabelList"/>
    <dgm:cxn modelId="{2700F75D-AE08-4CFA-89DA-96266471566E}" type="presParOf" srcId="{493E708C-6C91-4ABD-A7A6-710F6EC2AE8C}" destId="{FFF707FB-34A4-464F-B5DF-9B6D97BD4924}" srcOrd="2" destOrd="0" presId="urn:microsoft.com/office/officeart/2018/2/layout/IconLabelList"/>
    <dgm:cxn modelId="{697C14B5-B706-48FB-985E-825AD1007CE0}" type="presParOf" srcId="{FFF707FB-34A4-464F-B5DF-9B6D97BD4924}" destId="{D8B44B90-A5DC-4A26-9301-E5EFAE765A01}" srcOrd="0" destOrd="0" presId="urn:microsoft.com/office/officeart/2018/2/layout/IconLabelList"/>
    <dgm:cxn modelId="{9D33B15C-3146-4D6A-98A8-E840CC246C92}" type="presParOf" srcId="{FFF707FB-34A4-464F-B5DF-9B6D97BD4924}" destId="{162AC303-B6D4-4976-B134-B237B41D9BF2}" srcOrd="1" destOrd="0" presId="urn:microsoft.com/office/officeart/2018/2/layout/IconLabelList"/>
    <dgm:cxn modelId="{45ACF99B-A2E1-44BA-87AB-592272DA5DC3}" type="presParOf" srcId="{FFF707FB-34A4-464F-B5DF-9B6D97BD4924}" destId="{96373445-0860-44A8-9665-803494E74B0C}" srcOrd="2" destOrd="0" presId="urn:microsoft.com/office/officeart/2018/2/layout/IconLabelList"/>
    <dgm:cxn modelId="{E784D608-827C-49CA-B2FC-4E01A783F0CC}" type="presParOf" srcId="{493E708C-6C91-4ABD-A7A6-710F6EC2AE8C}" destId="{342DA9F6-10BE-43DF-9323-EEFF08135005}" srcOrd="3" destOrd="0" presId="urn:microsoft.com/office/officeart/2018/2/layout/IconLabelList"/>
    <dgm:cxn modelId="{CB7BCDB9-C2E7-4B88-B300-BB7FE9FD03C2}" type="presParOf" srcId="{493E708C-6C91-4ABD-A7A6-710F6EC2AE8C}" destId="{5D860328-C835-44EA-850E-94CF9E60004D}" srcOrd="4" destOrd="0" presId="urn:microsoft.com/office/officeart/2018/2/layout/IconLabelList"/>
    <dgm:cxn modelId="{89F93FB4-0475-4512-A993-1091E4F24CF0}" type="presParOf" srcId="{5D860328-C835-44EA-850E-94CF9E60004D}" destId="{305EC6D9-E3CF-41BD-96ED-A0DF353A39DA}" srcOrd="0" destOrd="0" presId="urn:microsoft.com/office/officeart/2018/2/layout/IconLabelList"/>
    <dgm:cxn modelId="{EE7E6BB9-F0D0-4350-B5BB-83F729393268}" type="presParOf" srcId="{5D860328-C835-44EA-850E-94CF9E60004D}" destId="{8A5BBF1C-DA27-44C3-8FE7-DE4F7535A7C3}" srcOrd="1" destOrd="0" presId="urn:microsoft.com/office/officeart/2018/2/layout/IconLabelList"/>
    <dgm:cxn modelId="{4792CB38-D385-402C-8032-6035C0157FC6}" type="presParOf" srcId="{5D860328-C835-44EA-850E-94CF9E60004D}" destId="{4DE0B360-6865-45B6-9438-36205035A5C8}" srcOrd="2" destOrd="0" presId="urn:microsoft.com/office/officeart/2018/2/layout/IconLabelList"/>
    <dgm:cxn modelId="{2B15F71B-D768-4FDE-84AF-E271AFE5B944}" type="presParOf" srcId="{493E708C-6C91-4ABD-A7A6-710F6EC2AE8C}" destId="{FA0D9823-C0EE-4E2D-A5A4-37F467DE1C76}" srcOrd="5" destOrd="0" presId="urn:microsoft.com/office/officeart/2018/2/layout/IconLabelList"/>
    <dgm:cxn modelId="{A0750565-C14B-4153-B0B6-C6E90E56E061}" type="presParOf" srcId="{493E708C-6C91-4ABD-A7A6-710F6EC2AE8C}" destId="{A6390ECA-B00F-4DFF-8D1F-5E4816F127B1}" srcOrd="6" destOrd="0" presId="urn:microsoft.com/office/officeart/2018/2/layout/IconLabelList"/>
    <dgm:cxn modelId="{61373E2F-282B-4508-B645-E2537EF114AB}" type="presParOf" srcId="{A6390ECA-B00F-4DFF-8D1F-5E4816F127B1}" destId="{C2850A4B-FC02-4AEB-8584-879E9D70A2B8}" srcOrd="0" destOrd="0" presId="urn:microsoft.com/office/officeart/2018/2/layout/IconLabelList"/>
    <dgm:cxn modelId="{2AEB4E2F-DD12-4923-8510-5368B6A6DE1A}" type="presParOf" srcId="{A6390ECA-B00F-4DFF-8D1F-5E4816F127B1}" destId="{D8F999E9-D3CD-4102-8FA0-C443276F0B9E}" srcOrd="1" destOrd="0" presId="urn:microsoft.com/office/officeart/2018/2/layout/IconLabelList"/>
    <dgm:cxn modelId="{D7020981-F88A-4126-960D-D670203D285D}" type="presParOf" srcId="{A6390ECA-B00F-4DFF-8D1F-5E4816F127B1}" destId="{4580FE16-F162-4279-A8E5-97F934134FB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AFBB79F-44BF-4913-8F79-F549D259EEB5}" type="doc">
      <dgm:prSet loTypeId="urn:microsoft.com/office/officeart/2018/2/layout/IconCircleList" loCatId="icon" qsTypeId="urn:microsoft.com/office/officeart/2005/8/quickstyle/simple1#7" qsCatId="simple" csTypeId="urn:microsoft.com/office/officeart/2005/8/colors/accent2_1#4" csCatId="accent2" phldr="1"/>
      <dgm:spPr/>
    </dgm:pt>
    <dgm:pt modelId="{DBA8B498-A2AA-4B88-9344-52D5E7855706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rial Nova"/>
              <a:ea typeface="+mn-ea"/>
              <a:cs typeface="+mn-cs"/>
            </a:rPr>
            <a:t>Target the high-rate/low-volume segment to diversify the portfolio</a:t>
          </a:r>
        </a:p>
      </dgm:t>
    </dgm:pt>
    <dgm:pt modelId="{A618AA2E-D2FA-403A-8E09-ECBD46E36C45}" type="parTrans" cxnId="{D21C84ED-18AB-4F64-A3FC-728A231F9BC3}">
      <dgm:prSet/>
      <dgm:spPr/>
      <dgm:t>
        <a:bodyPr/>
        <a:lstStyle/>
        <a:p>
          <a:endParaRPr lang="en-CA"/>
        </a:p>
      </dgm:t>
    </dgm:pt>
    <dgm:pt modelId="{75549222-AF4F-44CD-BDEB-1344BDAE044B}" type="sibTrans" cxnId="{D21C84ED-18AB-4F64-A3FC-728A231F9BC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579F318-6A95-43E4-8F09-53C4E6FD7BF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Arial Nova"/>
              <a:ea typeface="+mn-ea"/>
              <a:cs typeface="+mn-cs"/>
            </a:rPr>
            <a:t>Ensure no single client exceeds 20% of total revenue</a:t>
          </a:r>
          <a:endParaRPr lang="en-US" sz="2000"/>
        </a:p>
      </dgm:t>
    </dgm:pt>
    <dgm:pt modelId="{DA055AFA-F350-4CE1-A331-477CB2A6A9BF}" type="parTrans" cxnId="{2FD86D15-24CD-4CD1-AB3F-41DA369B78D7}">
      <dgm:prSet/>
      <dgm:spPr/>
      <dgm:t>
        <a:bodyPr/>
        <a:lstStyle/>
        <a:p>
          <a:endParaRPr lang="en-CA"/>
        </a:p>
      </dgm:t>
    </dgm:pt>
    <dgm:pt modelId="{54296A5B-01CE-43A9-9E11-74ED23CC5D41}" type="sibTrans" cxnId="{2FD86D15-24CD-4CD1-AB3F-41DA369B78D7}">
      <dgm:prSet/>
      <dgm:spPr/>
      <dgm:t>
        <a:bodyPr/>
        <a:lstStyle/>
        <a:p>
          <a:endParaRPr lang="en-CA"/>
        </a:p>
      </dgm:t>
    </dgm:pt>
    <dgm:pt modelId="{BCB515A6-35AE-48AE-839E-FFD3BD7D0BA8}" type="pres">
      <dgm:prSet presAssocID="{7AFBB79F-44BF-4913-8F79-F549D259EEB5}" presName="root" presStyleCnt="0">
        <dgm:presLayoutVars>
          <dgm:dir/>
          <dgm:resizeHandles val="exact"/>
        </dgm:presLayoutVars>
      </dgm:prSet>
      <dgm:spPr/>
    </dgm:pt>
    <dgm:pt modelId="{CE692D2B-DF16-498C-8081-47AACEDB182F}" type="pres">
      <dgm:prSet presAssocID="{7AFBB79F-44BF-4913-8F79-F549D259EEB5}" presName="container" presStyleCnt="0">
        <dgm:presLayoutVars>
          <dgm:dir/>
          <dgm:resizeHandles val="exact"/>
        </dgm:presLayoutVars>
      </dgm:prSet>
      <dgm:spPr/>
    </dgm:pt>
    <dgm:pt modelId="{4DF7659E-4BF2-4613-9E0D-2BE893EA3384}" type="pres">
      <dgm:prSet presAssocID="{DBA8B498-A2AA-4B88-9344-52D5E7855706}" presName="compNode" presStyleCnt="0"/>
      <dgm:spPr/>
    </dgm:pt>
    <dgm:pt modelId="{114022FA-904B-4EAB-8CBA-2748C272E093}" type="pres">
      <dgm:prSet presAssocID="{DBA8B498-A2AA-4B88-9344-52D5E7855706}" presName="iconBgRect" presStyleLbl="bgShp" presStyleIdx="0" presStyleCnt="2"/>
      <dgm:spPr/>
    </dgm:pt>
    <dgm:pt modelId="{605B4318-3BFF-4F6A-BE45-4E87599066C3}" type="pres">
      <dgm:prSet presAssocID="{DBA8B498-A2AA-4B88-9344-52D5E785570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9AA6F911-859D-4F33-9B19-0FE7A2254243}" type="pres">
      <dgm:prSet presAssocID="{DBA8B498-A2AA-4B88-9344-52D5E7855706}" presName="spaceRect" presStyleCnt="0"/>
      <dgm:spPr/>
    </dgm:pt>
    <dgm:pt modelId="{C8B26CBA-8227-42C7-81D4-836B35F24690}" type="pres">
      <dgm:prSet presAssocID="{DBA8B498-A2AA-4B88-9344-52D5E7855706}" presName="textRect" presStyleLbl="revTx" presStyleIdx="0" presStyleCnt="2">
        <dgm:presLayoutVars>
          <dgm:chMax val="1"/>
          <dgm:chPref val="1"/>
        </dgm:presLayoutVars>
      </dgm:prSet>
      <dgm:spPr/>
    </dgm:pt>
    <dgm:pt modelId="{A8D30B9B-A31F-4244-9D30-29367FCC6E7F}" type="pres">
      <dgm:prSet presAssocID="{75549222-AF4F-44CD-BDEB-1344BDAE044B}" presName="sibTrans" presStyleLbl="sibTrans2D1" presStyleIdx="0" presStyleCnt="0"/>
      <dgm:spPr/>
    </dgm:pt>
    <dgm:pt modelId="{98C8F522-69D3-462E-AD60-55E61CBD69AF}" type="pres">
      <dgm:prSet presAssocID="{7579F318-6A95-43E4-8F09-53C4E6FD7BF1}" presName="compNode" presStyleCnt="0"/>
      <dgm:spPr/>
    </dgm:pt>
    <dgm:pt modelId="{6AB0C081-E396-42F1-AB9B-6436F0606AD9}" type="pres">
      <dgm:prSet presAssocID="{7579F318-6A95-43E4-8F09-53C4E6FD7BF1}" presName="iconBgRect" presStyleLbl="bgShp" presStyleIdx="1" presStyleCnt="2"/>
      <dgm:spPr/>
    </dgm:pt>
    <dgm:pt modelId="{5075B665-E494-4C81-999C-4907FE887879}" type="pres">
      <dgm:prSet presAssocID="{7579F318-6A95-43E4-8F09-53C4E6FD7BF1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8E6C1D7-1FE6-4DF1-A9B2-8D98C98489E6}" type="pres">
      <dgm:prSet presAssocID="{7579F318-6A95-43E4-8F09-53C4E6FD7BF1}" presName="spaceRect" presStyleCnt="0"/>
      <dgm:spPr/>
    </dgm:pt>
    <dgm:pt modelId="{DF229364-E8F6-47FC-AC6B-DE4838E5D96E}" type="pres">
      <dgm:prSet presAssocID="{7579F318-6A95-43E4-8F09-53C4E6FD7BF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FD86D15-24CD-4CD1-AB3F-41DA369B78D7}" srcId="{7AFBB79F-44BF-4913-8F79-F549D259EEB5}" destId="{7579F318-6A95-43E4-8F09-53C4E6FD7BF1}" srcOrd="1" destOrd="0" parTransId="{DA055AFA-F350-4CE1-A331-477CB2A6A9BF}" sibTransId="{54296A5B-01CE-43A9-9E11-74ED23CC5D41}"/>
    <dgm:cxn modelId="{6FA76E41-8A59-46E0-B689-A8DA3864C5FC}" type="presOf" srcId="{75549222-AF4F-44CD-BDEB-1344BDAE044B}" destId="{A8D30B9B-A31F-4244-9D30-29367FCC6E7F}" srcOrd="0" destOrd="0" presId="urn:microsoft.com/office/officeart/2018/2/layout/IconCircleList"/>
    <dgm:cxn modelId="{6B7C9664-0EFC-439B-B093-971F0AC4051B}" type="presOf" srcId="{DBA8B498-A2AA-4B88-9344-52D5E7855706}" destId="{C8B26CBA-8227-42C7-81D4-836B35F24690}" srcOrd="0" destOrd="0" presId="urn:microsoft.com/office/officeart/2018/2/layout/IconCircleList"/>
    <dgm:cxn modelId="{28DACA65-11F4-4398-B78B-282A7343BBCF}" type="presOf" srcId="{7AFBB79F-44BF-4913-8F79-F549D259EEB5}" destId="{BCB515A6-35AE-48AE-839E-FFD3BD7D0BA8}" srcOrd="0" destOrd="0" presId="urn:microsoft.com/office/officeart/2018/2/layout/IconCircleList"/>
    <dgm:cxn modelId="{D21C84ED-18AB-4F64-A3FC-728A231F9BC3}" srcId="{7AFBB79F-44BF-4913-8F79-F549D259EEB5}" destId="{DBA8B498-A2AA-4B88-9344-52D5E7855706}" srcOrd="0" destOrd="0" parTransId="{A618AA2E-D2FA-403A-8E09-ECBD46E36C45}" sibTransId="{75549222-AF4F-44CD-BDEB-1344BDAE044B}"/>
    <dgm:cxn modelId="{A76971F0-C911-43A2-8149-D53470E308C0}" type="presOf" srcId="{7579F318-6A95-43E4-8F09-53C4E6FD7BF1}" destId="{DF229364-E8F6-47FC-AC6B-DE4838E5D96E}" srcOrd="0" destOrd="0" presId="urn:microsoft.com/office/officeart/2018/2/layout/IconCircleList"/>
    <dgm:cxn modelId="{16F0D547-912E-4AA9-9B53-3CA440C17AB0}" type="presParOf" srcId="{BCB515A6-35AE-48AE-839E-FFD3BD7D0BA8}" destId="{CE692D2B-DF16-498C-8081-47AACEDB182F}" srcOrd="0" destOrd="0" presId="urn:microsoft.com/office/officeart/2018/2/layout/IconCircleList"/>
    <dgm:cxn modelId="{53804570-A29D-4B45-B920-81C6B6AE3938}" type="presParOf" srcId="{CE692D2B-DF16-498C-8081-47AACEDB182F}" destId="{4DF7659E-4BF2-4613-9E0D-2BE893EA3384}" srcOrd="0" destOrd="0" presId="urn:microsoft.com/office/officeart/2018/2/layout/IconCircleList"/>
    <dgm:cxn modelId="{32255164-7742-492A-8787-A37B1D66D12A}" type="presParOf" srcId="{4DF7659E-4BF2-4613-9E0D-2BE893EA3384}" destId="{114022FA-904B-4EAB-8CBA-2748C272E093}" srcOrd="0" destOrd="0" presId="urn:microsoft.com/office/officeart/2018/2/layout/IconCircleList"/>
    <dgm:cxn modelId="{151D2A58-1FE6-4C0F-8AEE-30A8FFC129DD}" type="presParOf" srcId="{4DF7659E-4BF2-4613-9E0D-2BE893EA3384}" destId="{605B4318-3BFF-4F6A-BE45-4E87599066C3}" srcOrd="1" destOrd="0" presId="urn:microsoft.com/office/officeart/2018/2/layout/IconCircleList"/>
    <dgm:cxn modelId="{7F2CC4BF-673A-4D24-8C2C-7EC7FD64E660}" type="presParOf" srcId="{4DF7659E-4BF2-4613-9E0D-2BE893EA3384}" destId="{9AA6F911-859D-4F33-9B19-0FE7A2254243}" srcOrd="2" destOrd="0" presId="urn:microsoft.com/office/officeart/2018/2/layout/IconCircleList"/>
    <dgm:cxn modelId="{07FE82BB-6A90-45A7-94FA-1774D383A06B}" type="presParOf" srcId="{4DF7659E-4BF2-4613-9E0D-2BE893EA3384}" destId="{C8B26CBA-8227-42C7-81D4-836B35F24690}" srcOrd="3" destOrd="0" presId="urn:microsoft.com/office/officeart/2018/2/layout/IconCircleList"/>
    <dgm:cxn modelId="{CC934FF3-8C2C-49CF-8737-758C3BF80205}" type="presParOf" srcId="{CE692D2B-DF16-498C-8081-47AACEDB182F}" destId="{A8D30B9B-A31F-4244-9D30-29367FCC6E7F}" srcOrd="1" destOrd="0" presId="urn:microsoft.com/office/officeart/2018/2/layout/IconCircleList"/>
    <dgm:cxn modelId="{EEF465B4-E6DB-4C20-8206-94DE9DD3EE49}" type="presParOf" srcId="{CE692D2B-DF16-498C-8081-47AACEDB182F}" destId="{98C8F522-69D3-462E-AD60-55E61CBD69AF}" srcOrd="2" destOrd="0" presId="urn:microsoft.com/office/officeart/2018/2/layout/IconCircleList"/>
    <dgm:cxn modelId="{ED835C2E-97F9-47DB-86D1-D7D0B2FDCDA2}" type="presParOf" srcId="{98C8F522-69D3-462E-AD60-55E61CBD69AF}" destId="{6AB0C081-E396-42F1-AB9B-6436F0606AD9}" srcOrd="0" destOrd="0" presId="urn:microsoft.com/office/officeart/2018/2/layout/IconCircleList"/>
    <dgm:cxn modelId="{2918DD2C-F606-4AD5-B7AD-3C6859CF113B}" type="presParOf" srcId="{98C8F522-69D3-462E-AD60-55E61CBD69AF}" destId="{5075B665-E494-4C81-999C-4907FE887879}" srcOrd="1" destOrd="0" presId="urn:microsoft.com/office/officeart/2018/2/layout/IconCircleList"/>
    <dgm:cxn modelId="{DE495E81-712C-4C5F-BAC7-769797612DC3}" type="presParOf" srcId="{98C8F522-69D3-462E-AD60-55E61CBD69AF}" destId="{98E6C1D7-1FE6-4DF1-A9B2-8D98C98489E6}" srcOrd="2" destOrd="0" presId="urn:microsoft.com/office/officeart/2018/2/layout/IconCircleList"/>
    <dgm:cxn modelId="{C0B577B4-8FE8-47E5-A015-69731E70ACB9}" type="presParOf" srcId="{98C8F522-69D3-462E-AD60-55E61CBD69AF}" destId="{DF229364-E8F6-47FC-AC6B-DE4838E5D96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69FE65D-1ABC-4913-A086-01E1A8ABA85A}" type="doc">
      <dgm:prSet loTypeId="urn:microsoft.com/office/officeart/2016/7/layout/RepeatingBendingProcessNew" loCatId="process" qsTypeId="urn:microsoft.com/office/officeart/2005/8/quickstyle/simple4#1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62371E11-767F-462B-9F3C-DCA8394D6865}">
      <dgm:prSet/>
      <dgm:spPr/>
      <dgm:t>
        <a:bodyPr/>
        <a:lstStyle/>
        <a:p>
          <a:r>
            <a:rPr lang="en-US">
              <a:latin typeface="Arial Nova"/>
            </a:rPr>
            <a:t>Onboard account managers onto the new dashboard</a:t>
          </a:r>
        </a:p>
      </dgm:t>
    </dgm:pt>
    <dgm:pt modelId="{792D90FE-8615-4980-BA3B-AD68D77C44CC}" type="parTrans" cxnId="{24942903-D7CB-4468-9651-A8B1E0D97508}">
      <dgm:prSet/>
      <dgm:spPr/>
      <dgm:t>
        <a:bodyPr/>
        <a:lstStyle/>
        <a:p>
          <a:endParaRPr lang="en-US"/>
        </a:p>
      </dgm:t>
    </dgm:pt>
    <dgm:pt modelId="{0C732EA2-9CAD-4333-BE66-4CBA3DEA8194}" type="sibTrans" cxnId="{24942903-D7CB-4468-9651-A8B1E0D97508}">
      <dgm:prSet phldrT="1"/>
      <dgm:spPr/>
      <dgm:t>
        <a:bodyPr/>
        <a:lstStyle/>
        <a:p>
          <a:endParaRPr lang="en-US" dirty="0"/>
        </a:p>
      </dgm:t>
    </dgm:pt>
    <dgm:pt modelId="{F9C9BB6D-FBA5-4BA4-AD06-9C643082D17A}">
      <dgm:prSet/>
      <dgm:spPr/>
      <dgm:t>
        <a:bodyPr/>
        <a:lstStyle/>
        <a:p>
          <a:r>
            <a:rPr lang="en-US" dirty="0">
              <a:latin typeface="Arial Nova"/>
            </a:rPr>
            <a:t>Have </a:t>
          </a:r>
          <a:r>
            <a:rPr lang="pt-PT" dirty="0">
              <a:latin typeface="Arial Nova"/>
            </a:rPr>
            <a:t>a collections conversation with Client D</a:t>
          </a:r>
          <a:endParaRPr lang="en-US" dirty="0">
            <a:latin typeface="Arial Nova"/>
          </a:endParaRPr>
        </a:p>
      </dgm:t>
    </dgm:pt>
    <dgm:pt modelId="{A9ACE647-2A12-47C3-BA97-9EC440E2CF48}" type="parTrans" cxnId="{12EA11FB-AC5C-4A84-BE6E-56D3878DCF18}">
      <dgm:prSet/>
      <dgm:spPr/>
      <dgm:t>
        <a:bodyPr/>
        <a:lstStyle/>
        <a:p>
          <a:endParaRPr lang="en-US"/>
        </a:p>
      </dgm:t>
    </dgm:pt>
    <dgm:pt modelId="{4CD4F3E8-D5E0-4EC5-85BE-6C478C09400E}" type="sibTrans" cxnId="{12EA11FB-AC5C-4A84-BE6E-56D3878DCF18}">
      <dgm:prSet phldrT="2"/>
      <dgm:spPr/>
      <dgm:t>
        <a:bodyPr/>
        <a:lstStyle/>
        <a:p>
          <a:endParaRPr lang="en-US" dirty="0"/>
        </a:p>
      </dgm:t>
    </dgm:pt>
    <dgm:pt modelId="{C4EBA3F5-27E0-49FE-980E-E71730C36019}">
      <dgm:prSet/>
      <dgm:spPr/>
      <dgm:t>
        <a:bodyPr/>
        <a:lstStyle/>
        <a:p>
          <a:r>
            <a:rPr lang="en-US">
              <a:latin typeface="Arial Nova"/>
            </a:rPr>
            <a:t>Draft payment terms and deposit policies and apply them to new clients going forward</a:t>
          </a:r>
        </a:p>
      </dgm:t>
    </dgm:pt>
    <dgm:pt modelId="{15780917-075E-4316-A33C-C08835BE91C5}" type="parTrans" cxnId="{BCED38FC-5D88-4E15-A242-23D585AA0EBD}">
      <dgm:prSet/>
      <dgm:spPr/>
      <dgm:t>
        <a:bodyPr/>
        <a:lstStyle/>
        <a:p>
          <a:endParaRPr lang="en-US"/>
        </a:p>
      </dgm:t>
    </dgm:pt>
    <dgm:pt modelId="{DCFB3CB2-6C97-4541-A288-C11FD6D03BAB}" type="sibTrans" cxnId="{BCED38FC-5D88-4E15-A242-23D585AA0EBD}">
      <dgm:prSet phldrT="3"/>
      <dgm:spPr/>
      <dgm:t>
        <a:bodyPr/>
        <a:lstStyle/>
        <a:p>
          <a:endParaRPr lang="en-US" dirty="0"/>
        </a:p>
      </dgm:t>
    </dgm:pt>
    <dgm:pt modelId="{581C01DE-A056-4644-8E8B-AB6A628E4389}">
      <dgm:prSet/>
      <dgm:spPr/>
      <dgm:t>
        <a:bodyPr/>
        <a:lstStyle/>
        <a:p>
          <a:r>
            <a:rPr lang="en-US" dirty="0">
              <a:latin typeface="Arial Nova"/>
            </a:rPr>
            <a:t>Review findings on a quarterly basis </a:t>
          </a:r>
        </a:p>
      </dgm:t>
    </dgm:pt>
    <dgm:pt modelId="{33B1C468-767E-4BCB-9C38-C5438B054FB4}" type="parTrans" cxnId="{4AD10291-26A4-4A80-9002-1C58818AB7F6}">
      <dgm:prSet/>
      <dgm:spPr/>
      <dgm:t>
        <a:bodyPr/>
        <a:lstStyle/>
        <a:p>
          <a:endParaRPr lang="en-US"/>
        </a:p>
      </dgm:t>
    </dgm:pt>
    <dgm:pt modelId="{BD537D1C-3171-460E-9FAC-B4ED0F0F6CD0}" type="sibTrans" cxnId="{4AD10291-26A4-4A80-9002-1C58818AB7F6}">
      <dgm:prSet phldrT="4"/>
      <dgm:spPr/>
      <dgm:t>
        <a:bodyPr/>
        <a:lstStyle/>
        <a:p>
          <a:endParaRPr lang="en-US" dirty="0"/>
        </a:p>
      </dgm:t>
    </dgm:pt>
    <dgm:pt modelId="{75E4792C-766C-4B1F-8937-3814725A171A}">
      <dgm:prSet/>
      <dgm:spPr/>
      <dgm:t>
        <a:bodyPr/>
        <a:lstStyle/>
        <a:p>
          <a:r>
            <a:rPr lang="en-US" dirty="0">
              <a:latin typeface="Arial Nova"/>
            </a:rPr>
            <a:t>Standardize data entry practices</a:t>
          </a:r>
        </a:p>
      </dgm:t>
    </dgm:pt>
    <dgm:pt modelId="{99EED70A-D377-4A64-BC75-189D688D5BA7}" type="parTrans" cxnId="{62C5768C-E21B-4693-B7E5-B4185025EB89}">
      <dgm:prSet/>
      <dgm:spPr/>
      <dgm:t>
        <a:bodyPr/>
        <a:lstStyle/>
        <a:p>
          <a:endParaRPr lang="en-US"/>
        </a:p>
      </dgm:t>
    </dgm:pt>
    <dgm:pt modelId="{BCC8A0BE-23C4-49D6-9A18-B4A2879421FE}" type="sibTrans" cxnId="{62C5768C-E21B-4693-B7E5-B4185025EB89}">
      <dgm:prSet phldrT="5"/>
      <dgm:spPr/>
      <dgm:t>
        <a:bodyPr/>
        <a:lstStyle/>
        <a:p>
          <a:endParaRPr lang="en-US"/>
        </a:p>
      </dgm:t>
    </dgm:pt>
    <dgm:pt modelId="{1FD16223-33CD-4C6E-94E4-A04D7B850EBE}" type="pres">
      <dgm:prSet presAssocID="{B69FE65D-1ABC-4913-A086-01E1A8ABA85A}" presName="Name0" presStyleCnt="0">
        <dgm:presLayoutVars>
          <dgm:dir/>
          <dgm:resizeHandles val="exact"/>
        </dgm:presLayoutVars>
      </dgm:prSet>
      <dgm:spPr/>
    </dgm:pt>
    <dgm:pt modelId="{639BF93F-E461-4A09-AEF4-95E4AF33102F}" type="pres">
      <dgm:prSet presAssocID="{62371E11-767F-462B-9F3C-DCA8394D6865}" presName="node" presStyleLbl="node1" presStyleIdx="0" presStyleCnt="5">
        <dgm:presLayoutVars>
          <dgm:bulletEnabled val="1"/>
        </dgm:presLayoutVars>
      </dgm:prSet>
      <dgm:spPr/>
    </dgm:pt>
    <dgm:pt modelId="{257E081A-0732-4B22-8705-DD7C40872C45}" type="pres">
      <dgm:prSet presAssocID="{0C732EA2-9CAD-4333-BE66-4CBA3DEA8194}" presName="sibTrans" presStyleLbl="sibTrans1D1" presStyleIdx="0" presStyleCnt="4"/>
      <dgm:spPr/>
    </dgm:pt>
    <dgm:pt modelId="{636BDD46-8A1E-4260-BB88-D3FAF3E2E3EA}" type="pres">
      <dgm:prSet presAssocID="{0C732EA2-9CAD-4333-BE66-4CBA3DEA8194}" presName="connectorText" presStyleLbl="sibTrans1D1" presStyleIdx="0" presStyleCnt="4"/>
      <dgm:spPr/>
    </dgm:pt>
    <dgm:pt modelId="{FF6465D9-8778-4C30-A5BE-C90F535DE869}" type="pres">
      <dgm:prSet presAssocID="{F9C9BB6D-FBA5-4BA4-AD06-9C643082D17A}" presName="node" presStyleLbl="node1" presStyleIdx="1" presStyleCnt="5">
        <dgm:presLayoutVars>
          <dgm:bulletEnabled val="1"/>
        </dgm:presLayoutVars>
      </dgm:prSet>
      <dgm:spPr/>
    </dgm:pt>
    <dgm:pt modelId="{0A117B60-734E-4959-A36F-DB4944557E12}" type="pres">
      <dgm:prSet presAssocID="{4CD4F3E8-D5E0-4EC5-85BE-6C478C09400E}" presName="sibTrans" presStyleLbl="sibTrans1D1" presStyleIdx="1" presStyleCnt="4"/>
      <dgm:spPr/>
    </dgm:pt>
    <dgm:pt modelId="{B0651D37-B449-46A6-9766-68E7FB7CA311}" type="pres">
      <dgm:prSet presAssocID="{4CD4F3E8-D5E0-4EC5-85BE-6C478C09400E}" presName="connectorText" presStyleLbl="sibTrans1D1" presStyleIdx="1" presStyleCnt="4"/>
      <dgm:spPr/>
    </dgm:pt>
    <dgm:pt modelId="{7ED21D98-5788-4637-82E1-30A70EFB45CE}" type="pres">
      <dgm:prSet presAssocID="{C4EBA3F5-27E0-49FE-980E-E71730C36019}" presName="node" presStyleLbl="node1" presStyleIdx="2" presStyleCnt="5">
        <dgm:presLayoutVars>
          <dgm:bulletEnabled val="1"/>
        </dgm:presLayoutVars>
      </dgm:prSet>
      <dgm:spPr/>
    </dgm:pt>
    <dgm:pt modelId="{C98DCB94-4F96-4F61-8CE5-5ACB3A7B5611}" type="pres">
      <dgm:prSet presAssocID="{DCFB3CB2-6C97-4541-A288-C11FD6D03BAB}" presName="sibTrans" presStyleLbl="sibTrans1D1" presStyleIdx="2" presStyleCnt="4"/>
      <dgm:spPr/>
    </dgm:pt>
    <dgm:pt modelId="{4704B705-372B-42BB-9BC9-2E195A34CE88}" type="pres">
      <dgm:prSet presAssocID="{DCFB3CB2-6C97-4541-A288-C11FD6D03BAB}" presName="connectorText" presStyleLbl="sibTrans1D1" presStyleIdx="2" presStyleCnt="4"/>
      <dgm:spPr/>
    </dgm:pt>
    <dgm:pt modelId="{91F9EB54-5164-4922-97F9-9CC71D028C01}" type="pres">
      <dgm:prSet presAssocID="{581C01DE-A056-4644-8E8B-AB6A628E4389}" presName="node" presStyleLbl="node1" presStyleIdx="3" presStyleCnt="5">
        <dgm:presLayoutVars>
          <dgm:bulletEnabled val="1"/>
        </dgm:presLayoutVars>
      </dgm:prSet>
      <dgm:spPr/>
    </dgm:pt>
    <dgm:pt modelId="{64C9EBAE-5226-48BD-B33A-1DB2B60C10B9}" type="pres">
      <dgm:prSet presAssocID="{BD537D1C-3171-460E-9FAC-B4ED0F0F6CD0}" presName="sibTrans" presStyleLbl="sibTrans1D1" presStyleIdx="3" presStyleCnt="4"/>
      <dgm:spPr/>
    </dgm:pt>
    <dgm:pt modelId="{4487BA22-454F-4B6D-A42E-0C2FFAA1A361}" type="pres">
      <dgm:prSet presAssocID="{BD537D1C-3171-460E-9FAC-B4ED0F0F6CD0}" presName="connectorText" presStyleLbl="sibTrans1D1" presStyleIdx="3" presStyleCnt="4"/>
      <dgm:spPr/>
    </dgm:pt>
    <dgm:pt modelId="{B8DA744F-B517-451E-BB95-BDBD555D1799}" type="pres">
      <dgm:prSet presAssocID="{75E4792C-766C-4B1F-8937-3814725A171A}" presName="node" presStyleLbl="node1" presStyleIdx="4" presStyleCnt="5">
        <dgm:presLayoutVars>
          <dgm:bulletEnabled val="1"/>
        </dgm:presLayoutVars>
      </dgm:prSet>
      <dgm:spPr/>
    </dgm:pt>
  </dgm:ptLst>
  <dgm:cxnLst>
    <dgm:cxn modelId="{24942903-D7CB-4468-9651-A8B1E0D97508}" srcId="{B69FE65D-1ABC-4913-A086-01E1A8ABA85A}" destId="{62371E11-767F-462B-9F3C-DCA8394D6865}" srcOrd="0" destOrd="0" parTransId="{792D90FE-8615-4980-BA3B-AD68D77C44CC}" sibTransId="{0C732EA2-9CAD-4333-BE66-4CBA3DEA8194}"/>
    <dgm:cxn modelId="{761B5115-2E7C-4F3D-A2E7-16EADEC09AAA}" type="presOf" srcId="{DCFB3CB2-6C97-4541-A288-C11FD6D03BAB}" destId="{C98DCB94-4F96-4F61-8CE5-5ACB3A7B5611}" srcOrd="0" destOrd="0" presId="urn:microsoft.com/office/officeart/2016/7/layout/RepeatingBendingProcessNew"/>
    <dgm:cxn modelId="{88AA721A-EA3E-4307-95C9-9AAD55B90476}" type="presOf" srcId="{4CD4F3E8-D5E0-4EC5-85BE-6C478C09400E}" destId="{0A117B60-734E-4959-A36F-DB4944557E12}" srcOrd="0" destOrd="0" presId="urn:microsoft.com/office/officeart/2016/7/layout/RepeatingBendingProcessNew"/>
    <dgm:cxn modelId="{C6679B2B-0286-473C-85D3-D37A97ED7563}" type="presOf" srcId="{62371E11-767F-462B-9F3C-DCA8394D6865}" destId="{639BF93F-E461-4A09-AEF4-95E4AF33102F}" srcOrd="0" destOrd="0" presId="urn:microsoft.com/office/officeart/2016/7/layout/RepeatingBendingProcessNew"/>
    <dgm:cxn modelId="{2E6DEC2D-1678-4AF3-A2A9-9386F54C4041}" type="presOf" srcId="{BD537D1C-3171-460E-9FAC-B4ED0F0F6CD0}" destId="{4487BA22-454F-4B6D-A42E-0C2FFAA1A361}" srcOrd="1" destOrd="0" presId="urn:microsoft.com/office/officeart/2016/7/layout/RepeatingBendingProcessNew"/>
    <dgm:cxn modelId="{7337062F-6CDC-4FC3-9245-1455E5AC5216}" type="presOf" srcId="{581C01DE-A056-4644-8E8B-AB6A628E4389}" destId="{91F9EB54-5164-4922-97F9-9CC71D028C01}" srcOrd="0" destOrd="0" presId="urn:microsoft.com/office/officeart/2016/7/layout/RepeatingBendingProcessNew"/>
    <dgm:cxn modelId="{12C3DC55-45A7-460D-ABAE-6605AC6F863C}" type="presOf" srcId="{0C732EA2-9CAD-4333-BE66-4CBA3DEA8194}" destId="{636BDD46-8A1E-4260-BB88-D3FAF3E2E3EA}" srcOrd="1" destOrd="0" presId="urn:microsoft.com/office/officeart/2016/7/layout/RepeatingBendingProcessNew"/>
    <dgm:cxn modelId="{7D6CD079-80A9-4D63-BAC5-897865944AC6}" type="presOf" srcId="{BD537D1C-3171-460E-9FAC-B4ED0F0F6CD0}" destId="{64C9EBAE-5226-48BD-B33A-1DB2B60C10B9}" srcOrd="0" destOrd="0" presId="urn:microsoft.com/office/officeart/2016/7/layout/RepeatingBendingProcessNew"/>
    <dgm:cxn modelId="{62C5768C-E21B-4693-B7E5-B4185025EB89}" srcId="{B69FE65D-1ABC-4913-A086-01E1A8ABA85A}" destId="{75E4792C-766C-4B1F-8937-3814725A171A}" srcOrd="4" destOrd="0" parTransId="{99EED70A-D377-4A64-BC75-189D688D5BA7}" sibTransId="{BCC8A0BE-23C4-49D6-9A18-B4A2879421FE}"/>
    <dgm:cxn modelId="{4AD10291-26A4-4A80-9002-1C58818AB7F6}" srcId="{B69FE65D-1ABC-4913-A086-01E1A8ABA85A}" destId="{581C01DE-A056-4644-8E8B-AB6A628E4389}" srcOrd="3" destOrd="0" parTransId="{33B1C468-767E-4BCB-9C38-C5438B054FB4}" sibTransId="{BD537D1C-3171-460E-9FAC-B4ED0F0F6CD0}"/>
    <dgm:cxn modelId="{76A460A3-BFDF-49DC-964E-F4BACB4F0FAE}" type="presOf" srcId="{4CD4F3E8-D5E0-4EC5-85BE-6C478C09400E}" destId="{B0651D37-B449-46A6-9766-68E7FB7CA311}" srcOrd="1" destOrd="0" presId="urn:microsoft.com/office/officeart/2016/7/layout/RepeatingBendingProcessNew"/>
    <dgm:cxn modelId="{8E8683AD-E525-40FD-8248-C78CE473D888}" type="presOf" srcId="{0C732EA2-9CAD-4333-BE66-4CBA3DEA8194}" destId="{257E081A-0732-4B22-8705-DD7C40872C45}" srcOrd="0" destOrd="0" presId="urn:microsoft.com/office/officeart/2016/7/layout/RepeatingBendingProcessNew"/>
    <dgm:cxn modelId="{E1E716AF-935B-4DE5-AF2C-67B9AA9690EE}" type="presOf" srcId="{B69FE65D-1ABC-4913-A086-01E1A8ABA85A}" destId="{1FD16223-33CD-4C6E-94E4-A04D7B850EBE}" srcOrd="0" destOrd="0" presId="urn:microsoft.com/office/officeart/2016/7/layout/RepeatingBendingProcessNew"/>
    <dgm:cxn modelId="{89D687B0-0688-4B0A-A5E3-0842D84312F7}" type="presOf" srcId="{C4EBA3F5-27E0-49FE-980E-E71730C36019}" destId="{7ED21D98-5788-4637-82E1-30A70EFB45CE}" srcOrd="0" destOrd="0" presId="urn:microsoft.com/office/officeart/2016/7/layout/RepeatingBendingProcessNew"/>
    <dgm:cxn modelId="{9B5ACEB2-143A-4076-B868-9D7E60FBD3B2}" type="presOf" srcId="{75E4792C-766C-4B1F-8937-3814725A171A}" destId="{B8DA744F-B517-451E-BB95-BDBD555D1799}" srcOrd="0" destOrd="0" presId="urn:microsoft.com/office/officeart/2016/7/layout/RepeatingBendingProcessNew"/>
    <dgm:cxn modelId="{324D3BE3-27E4-4CC0-96F9-7FB1E78557F5}" type="presOf" srcId="{DCFB3CB2-6C97-4541-A288-C11FD6D03BAB}" destId="{4704B705-372B-42BB-9BC9-2E195A34CE88}" srcOrd="1" destOrd="0" presId="urn:microsoft.com/office/officeart/2016/7/layout/RepeatingBendingProcessNew"/>
    <dgm:cxn modelId="{DC915AF3-0788-4FBF-B1BF-5EDD6F0FD9DA}" type="presOf" srcId="{F9C9BB6D-FBA5-4BA4-AD06-9C643082D17A}" destId="{FF6465D9-8778-4C30-A5BE-C90F535DE869}" srcOrd="0" destOrd="0" presId="urn:microsoft.com/office/officeart/2016/7/layout/RepeatingBendingProcessNew"/>
    <dgm:cxn modelId="{12EA11FB-AC5C-4A84-BE6E-56D3878DCF18}" srcId="{B69FE65D-1ABC-4913-A086-01E1A8ABA85A}" destId="{F9C9BB6D-FBA5-4BA4-AD06-9C643082D17A}" srcOrd="1" destOrd="0" parTransId="{A9ACE647-2A12-47C3-BA97-9EC440E2CF48}" sibTransId="{4CD4F3E8-D5E0-4EC5-85BE-6C478C09400E}"/>
    <dgm:cxn modelId="{BCED38FC-5D88-4E15-A242-23D585AA0EBD}" srcId="{B69FE65D-1ABC-4913-A086-01E1A8ABA85A}" destId="{C4EBA3F5-27E0-49FE-980E-E71730C36019}" srcOrd="2" destOrd="0" parTransId="{15780917-075E-4316-A33C-C08835BE91C5}" sibTransId="{DCFB3CB2-6C97-4541-A288-C11FD6D03BAB}"/>
    <dgm:cxn modelId="{FED841B7-F97E-42FC-AB85-4ED506E9ECBB}" type="presParOf" srcId="{1FD16223-33CD-4C6E-94E4-A04D7B850EBE}" destId="{639BF93F-E461-4A09-AEF4-95E4AF33102F}" srcOrd="0" destOrd="0" presId="urn:microsoft.com/office/officeart/2016/7/layout/RepeatingBendingProcessNew"/>
    <dgm:cxn modelId="{473BE958-30FB-44CC-BA1E-EE23A7156A87}" type="presParOf" srcId="{1FD16223-33CD-4C6E-94E4-A04D7B850EBE}" destId="{257E081A-0732-4B22-8705-DD7C40872C45}" srcOrd="1" destOrd="0" presId="urn:microsoft.com/office/officeart/2016/7/layout/RepeatingBendingProcessNew"/>
    <dgm:cxn modelId="{AA79F090-B857-4EF0-AEE5-EBD9FF762649}" type="presParOf" srcId="{257E081A-0732-4B22-8705-DD7C40872C45}" destId="{636BDD46-8A1E-4260-BB88-D3FAF3E2E3EA}" srcOrd="0" destOrd="0" presId="urn:microsoft.com/office/officeart/2016/7/layout/RepeatingBendingProcessNew"/>
    <dgm:cxn modelId="{B43AA976-55CB-4FE4-8C56-15D38B09462D}" type="presParOf" srcId="{1FD16223-33CD-4C6E-94E4-A04D7B850EBE}" destId="{FF6465D9-8778-4C30-A5BE-C90F535DE869}" srcOrd="2" destOrd="0" presId="urn:microsoft.com/office/officeart/2016/7/layout/RepeatingBendingProcessNew"/>
    <dgm:cxn modelId="{E2E47E74-15B1-484D-8560-6F5F61D53C45}" type="presParOf" srcId="{1FD16223-33CD-4C6E-94E4-A04D7B850EBE}" destId="{0A117B60-734E-4959-A36F-DB4944557E12}" srcOrd="3" destOrd="0" presId="urn:microsoft.com/office/officeart/2016/7/layout/RepeatingBendingProcessNew"/>
    <dgm:cxn modelId="{1D1DCCD2-3CC2-4267-B224-CADEB48344DE}" type="presParOf" srcId="{0A117B60-734E-4959-A36F-DB4944557E12}" destId="{B0651D37-B449-46A6-9766-68E7FB7CA311}" srcOrd="0" destOrd="0" presId="urn:microsoft.com/office/officeart/2016/7/layout/RepeatingBendingProcessNew"/>
    <dgm:cxn modelId="{451F95B9-DBF3-47BE-A0B9-6848659DAA51}" type="presParOf" srcId="{1FD16223-33CD-4C6E-94E4-A04D7B850EBE}" destId="{7ED21D98-5788-4637-82E1-30A70EFB45CE}" srcOrd="4" destOrd="0" presId="urn:microsoft.com/office/officeart/2016/7/layout/RepeatingBendingProcessNew"/>
    <dgm:cxn modelId="{68534298-EC50-4F00-8FAE-4D8992AEB6F8}" type="presParOf" srcId="{1FD16223-33CD-4C6E-94E4-A04D7B850EBE}" destId="{C98DCB94-4F96-4F61-8CE5-5ACB3A7B5611}" srcOrd="5" destOrd="0" presId="urn:microsoft.com/office/officeart/2016/7/layout/RepeatingBendingProcessNew"/>
    <dgm:cxn modelId="{BE0D77BB-147F-4313-9C6F-EB4E78440226}" type="presParOf" srcId="{C98DCB94-4F96-4F61-8CE5-5ACB3A7B5611}" destId="{4704B705-372B-42BB-9BC9-2E195A34CE88}" srcOrd="0" destOrd="0" presId="urn:microsoft.com/office/officeart/2016/7/layout/RepeatingBendingProcessNew"/>
    <dgm:cxn modelId="{DE68F30F-AD2E-4D9F-B47D-A2403EE0AB3F}" type="presParOf" srcId="{1FD16223-33CD-4C6E-94E4-A04D7B850EBE}" destId="{91F9EB54-5164-4922-97F9-9CC71D028C01}" srcOrd="6" destOrd="0" presId="urn:microsoft.com/office/officeart/2016/7/layout/RepeatingBendingProcessNew"/>
    <dgm:cxn modelId="{E44734DF-F838-4FCC-941A-5E8F6AD5EDCF}" type="presParOf" srcId="{1FD16223-33CD-4C6E-94E4-A04D7B850EBE}" destId="{64C9EBAE-5226-48BD-B33A-1DB2B60C10B9}" srcOrd="7" destOrd="0" presId="urn:microsoft.com/office/officeart/2016/7/layout/RepeatingBendingProcessNew"/>
    <dgm:cxn modelId="{42D57D15-1161-4046-BB3A-F0440CB5FB54}" type="presParOf" srcId="{64C9EBAE-5226-48BD-B33A-1DB2B60C10B9}" destId="{4487BA22-454F-4B6D-A42E-0C2FFAA1A361}" srcOrd="0" destOrd="0" presId="urn:microsoft.com/office/officeart/2016/7/layout/RepeatingBendingProcessNew"/>
    <dgm:cxn modelId="{F0599C9B-677B-41C9-81B4-7340CD743DC1}" type="presParOf" srcId="{1FD16223-33CD-4C6E-94E4-A04D7B850EBE}" destId="{B8DA744F-B517-451E-BB95-BDBD555D1799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93E192-BEEB-4272-9965-B668B18D6666}">
      <dsp:nvSpPr>
        <dsp:cNvPr id="0" name=""/>
        <dsp:cNvSpPr/>
      </dsp:nvSpPr>
      <dsp:spPr>
        <a:xfrm>
          <a:off x="1168584" y="1087286"/>
          <a:ext cx="1231453" cy="12314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BD835-C611-4699-B219-3DEF24123AB8}">
      <dsp:nvSpPr>
        <dsp:cNvPr id="0" name=""/>
        <dsp:cNvSpPr/>
      </dsp:nvSpPr>
      <dsp:spPr>
        <a:xfrm>
          <a:off x="1055" y="2315435"/>
          <a:ext cx="3518437" cy="742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>
              <a:latin typeface="Arial Nova"/>
            </a:rPr>
            <a:t>Without unified dashboard</a:t>
          </a:r>
        </a:p>
      </dsp:txBody>
      <dsp:txXfrm>
        <a:off x="1055" y="2315435"/>
        <a:ext cx="3518437" cy="742170"/>
      </dsp:txXfrm>
    </dsp:sp>
    <dsp:sp modelId="{3252EA0C-E06F-48D2-85D4-CFA1328EE37E}">
      <dsp:nvSpPr>
        <dsp:cNvPr id="0" name=""/>
        <dsp:cNvSpPr/>
      </dsp:nvSpPr>
      <dsp:spPr>
        <a:xfrm>
          <a:off x="1055" y="3103483"/>
          <a:ext cx="3518437" cy="1757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A036C9-5070-42FE-BEB9-76D9D5096B80}">
      <dsp:nvSpPr>
        <dsp:cNvPr id="0" name=""/>
        <dsp:cNvSpPr/>
      </dsp:nvSpPr>
      <dsp:spPr>
        <a:xfrm>
          <a:off x="5278710" y="1034949"/>
          <a:ext cx="1231453" cy="1231453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5CEA54-0C2D-4A4C-94F7-B3F4FABA1F60}">
      <dsp:nvSpPr>
        <dsp:cNvPr id="0" name=""/>
        <dsp:cNvSpPr/>
      </dsp:nvSpPr>
      <dsp:spPr>
        <a:xfrm>
          <a:off x="4135219" y="2315435"/>
          <a:ext cx="3518437" cy="742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>
              <a:latin typeface="Arial Nova"/>
            </a:rPr>
            <a:t>Can’t answer performance questions</a:t>
          </a:r>
        </a:p>
      </dsp:txBody>
      <dsp:txXfrm>
        <a:off x="4135219" y="2315435"/>
        <a:ext cx="3518437" cy="742170"/>
      </dsp:txXfrm>
    </dsp:sp>
    <dsp:sp modelId="{F77AD6B0-A91A-479D-9B05-AD46613BA0AB}">
      <dsp:nvSpPr>
        <dsp:cNvPr id="0" name=""/>
        <dsp:cNvSpPr/>
      </dsp:nvSpPr>
      <dsp:spPr>
        <a:xfrm>
          <a:off x="4135219" y="3103483"/>
          <a:ext cx="3518437" cy="1757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541DAA-58CA-4591-A354-29988B54DC21}">
      <dsp:nvSpPr>
        <dsp:cNvPr id="0" name=""/>
        <dsp:cNvSpPr/>
      </dsp:nvSpPr>
      <dsp:spPr>
        <a:xfrm>
          <a:off x="9413416" y="1078308"/>
          <a:ext cx="1231453" cy="1231453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8E948-2A32-4251-BCAB-EA9A553C595B}">
      <dsp:nvSpPr>
        <dsp:cNvPr id="0" name=""/>
        <dsp:cNvSpPr/>
      </dsp:nvSpPr>
      <dsp:spPr>
        <a:xfrm>
          <a:off x="8269383" y="2315435"/>
          <a:ext cx="3518437" cy="742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>
              <a:latin typeface="Arial Nova"/>
            </a:rPr>
            <a:t>So, we built a tool</a:t>
          </a:r>
        </a:p>
      </dsp:txBody>
      <dsp:txXfrm>
        <a:off x="8269383" y="2315435"/>
        <a:ext cx="3518437" cy="742170"/>
      </dsp:txXfrm>
    </dsp:sp>
    <dsp:sp modelId="{1EC5E826-1F2E-4D2B-98C0-31350D36068D}">
      <dsp:nvSpPr>
        <dsp:cNvPr id="0" name=""/>
        <dsp:cNvSpPr/>
      </dsp:nvSpPr>
      <dsp:spPr>
        <a:xfrm>
          <a:off x="8269383" y="3103483"/>
          <a:ext cx="3518437" cy="1757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B0C38-FF84-4785-A476-F7114CEE246E}">
      <dsp:nvSpPr>
        <dsp:cNvPr id="0" name=""/>
        <dsp:cNvSpPr/>
      </dsp:nvSpPr>
      <dsp:spPr>
        <a:xfrm>
          <a:off x="0" y="440"/>
          <a:ext cx="5370730" cy="6065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5E2176-7873-4B57-9441-CCF8F533C68A}">
      <dsp:nvSpPr>
        <dsp:cNvPr id="0" name=""/>
        <dsp:cNvSpPr/>
      </dsp:nvSpPr>
      <dsp:spPr>
        <a:xfrm>
          <a:off x="183495" y="136924"/>
          <a:ext cx="333627" cy="333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79A037-CE42-4A25-9CD2-36A42DAFF58B}">
      <dsp:nvSpPr>
        <dsp:cNvPr id="0" name=""/>
        <dsp:cNvSpPr/>
      </dsp:nvSpPr>
      <dsp:spPr>
        <a:xfrm>
          <a:off x="700618" y="440"/>
          <a:ext cx="4670112" cy="606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198" tIns="64198" rIns="64198" bIns="64198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>
              <a:latin typeface="Arial Nova"/>
            </a:rPr>
            <a:t>Goals</a:t>
          </a:r>
          <a:endParaRPr lang="en-US" sz="2400" kern="1200">
            <a:latin typeface="Arial Nova"/>
          </a:endParaRPr>
        </a:p>
      </dsp:txBody>
      <dsp:txXfrm>
        <a:off x="700618" y="440"/>
        <a:ext cx="4670112" cy="606595"/>
      </dsp:txXfrm>
    </dsp:sp>
    <dsp:sp modelId="{81649BB5-40BA-4A1F-BD02-1A238117DEAB}">
      <dsp:nvSpPr>
        <dsp:cNvPr id="0" name=""/>
        <dsp:cNvSpPr/>
      </dsp:nvSpPr>
      <dsp:spPr>
        <a:xfrm>
          <a:off x="0" y="758685"/>
          <a:ext cx="5370730" cy="6065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3BBD24-28DC-4B29-9C19-0019DE2A920F}">
      <dsp:nvSpPr>
        <dsp:cNvPr id="0" name=""/>
        <dsp:cNvSpPr/>
      </dsp:nvSpPr>
      <dsp:spPr>
        <a:xfrm>
          <a:off x="183495" y="895169"/>
          <a:ext cx="333627" cy="333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31188-7D36-4031-B8A8-6A18C4479760}">
      <dsp:nvSpPr>
        <dsp:cNvPr id="0" name=""/>
        <dsp:cNvSpPr/>
      </dsp:nvSpPr>
      <dsp:spPr>
        <a:xfrm>
          <a:off x="700618" y="758685"/>
          <a:ext cx="4670112" cy="606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198" tIns="64198" rIns="64198" bIns="64198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>
              <a:latin typeface="Arial Nova"/>
            </a:rPr>
            <a:t>Our Approach</a:t>
          </a:r>
          <a:endParaRPr lang="en-US" sz="2400" kern="1200">
            <a:latin typeface="Arial Nova"/>
          </a:endParaRPr>
        </a:p>
      </dsp:txBody>
      <dsp:txXfrm>
        <a:off x="700618" y="758685"/>
        <a:ext cx="4670112" cy="606595"/>
      </dsp:txXfrm>
    </dsp:sp>
    <dsp:sp modelId="{FD250772-C770-4403-AEAC-E37D119E1E92}">
      <dsp:nvSpPr>
        <dsp:cNvPr id="0" name=""/>
        <dsp:cNvSpPr/>
      </dsp:nvSpPr>
      <dsp:spPr>
        <a:xfrm>
          <a:off x="0" y="1516930"/>
          <a:ext cx="5370730" cy="6065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F235B9-C3A1-491A-84D2-3C0CC46AE52B}">
      <dsp:nvSpPr>
        <dsp:cNvPr id="0" name=""/>
        <dsp:cNvSpPr/>
      </dsp:nvSpPr>
      <dsp:spPr>
        <a:xfrm>
          <a:off x="183495" y="1653414"/>
          <a:ext cx="333627" cy="333627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9E9F6-857C-4870-B254-D8E72C47D2A5}">
      <dsp:nvSpPr>
        <dsp:cNvPr id="0" name=""/>
        <dsp:cNvSpPr/>
      </dsp:nvSpPr>
      <dsp:spPr>
        <a:xfrm>
          <a:off x="700618" y="1516930"/>
          <a:ext cx="4670112" cy="606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198" tIns="64198" rIns="64198" bIns="64198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>
              <a:latin typeface="Arial Nova"/>
            </a:rPr>
            <a:t>Key Findings</a:t>
          </a:r>
          <a:endParaRPr lang="en-US" sz="2400" kern="1200">
            <a:latin typeface="Arial Nova"/>
          </a:endParaRPr>
        </a:p>
      </dsp:txBody>
      <dsp:txXfrm>
        <a:off x="700618" y="1516930"/>
        <a:ext cx="4670112" cy="606595"/>
      </dsp:txXfrm>
    </dsp:sp>
    <dsp:sp modelId="{5C7ACC79-920C-4438-A038-C23A6D29A95A}">
      <dsp:nvSpPr>
        <dsp:cNvPr id="0" name=""/>
        <dsp:cNvSpPr/>
      </dsp:nvSpPr>
      <dsp:spPr>
        <a:xfrm>
          <a:off x="0" y="2275175"/>
          <a:ext cx="5370730" cy="6065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F0B4AE-2ADE-458F-8D20-081FF6292632}">
      <dsp:nvSpPr>
        <dsp:cNvPr id="0" name=""/>
        <dsp:cNvSpPr/>
      </dsp:nvSpPr>
      <dsp:spPr>
        <a:xfrm>
          <a:off x="183495" y="2411659"/>
          <a:ext cx="333627" cy="333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6ECF6-EBBB-49A4-A509-55CDBF659212}">
      <dsp:nvSpPr>
        <dsp:cNvPr id="0" name=""/>
        <dsp:cNvSpPr/>
      </dsp:nvSpPr>
      <dsp:spPr>
        <a:xfrm>
          <a:off x="700618" y="2275175"/>
          <a:ext cx="4670112" cy="606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198" tIns="64198" rIns="64198" bIns="64198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>
              <a:latin typeface="Arial Nova"/>
            </a:rPr>
            <a:t>KPIs in Action</a:t>
          </a:r>
          <a:endParaRPr lang="en-US" sz="2400" kern="1200">
            <a:latin typeface="Arial Nova"/>
          </a:endParaRPr>
        </a:p>
      </dsp:txBody>
      <dsp:txXfrm>
        <a:off x="700618" y="2275175"/>
        <a:ext cx="4670112" cy="606595"/>
      </dsp:txXfrm>
    </dsp:sp>
    <dsp:sp modelId="{76AEDD86-8E5E-4577-990E-B78C990BAF5B}">
      <dsp:nvSpPr>
        <dsp:cNvPr id="0" name=""/>
        <dsp:cNvSpPr/>
      </dsp:nvSpPr>
      <dsp:spPr>
        <a:xfrm>
          <a:off x="0" y="3033419"/>
          <a:ext cx="5370730" cy="6065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A23E40-35FC-4B46-BA06-F0F011308AAB}">
      <dsp:nvSpPr>
        <dsp:cNvPr id="0" name=""/>
        <dsp:cNvSpPr/>
      </dsp:nvSpPr>
      <dsp:spPr>
        <a:xfrm>
          <a:off x="183495" y="3169903"/>
          <a:ext cx="333627" cy="333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369E4-B50D-4BA6-A05F-12906AF18AA5}">
      <dsp:nvSpPr>
        <dsp:cNvPr id="0" name=""/>
        <dsp:cNvSpPr/>
      </dsp:nvSpPr>
      <dsp:spPr>
        <a:xfrm>
          <a:off x="700618" y="3033419"/>
          <a:ext cx="4670112" cy="606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198" tIns="64198" rIns="64198" bIns="64198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>
              <a:latin typeface="Arial Nova"/>
            </a:rPr>
            <a:t>Recommendations</a:t>
          </a:r>
          <a:endParaRPr lang="en-US" sz="2400" kern="1200">
            <a:latin typeface="Arial Nova"/>
          </a:endParaRPr>
        </a:p>
      </dsp:txBody>
      <dsp:txXfrm>
        <a:off x="700618" y="3033419"/>
        <a:ext cx="4670112" cy="606595"/>
      </dsp:txXfrm>
    </dsp:sp>
    <dsp:sp modelId="{FA32F4DF-BF02-4347-818D-9A174D3FDC45}">
      <dsp:nvSpPr>
        <dsp:cNvPr id="0" name=""/>
        <dsp:cNvSpPr/>
      </dsp:nvSpPr>
      <dsp:spPr>
        <a:xfrm>
          <a:off x="0" y="3791664"/>
          <a:ext cx="5370730" cy="6065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BE59E5-0A69-4102-8736-81029E9DBE46}">
      <dsp:nvSpPr>
        <dsp:cNvPr id="0" name=""/>
        <dsp:cNvSpPr/>
      </dsp:nvSpPr>
      <dsp:spPr>
        <a:xfrm>
          <a:off x="183495" y="3928148"/>
          <a:ext cx="333627" cy="333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73780-7E0C-443A-9BE4-FA14E2CAFD8F}">
      <dsp:nvSpPr>
        <dsp:cNvPr id="0" name=""/>
        <dsp:cNvSpPr/>
      </dsp:nvSpPr>
      <dsp:spPr>
        <a:xfrm>
          <a:off x="700618" y="3791664"/>
          <a:ext cx="4670112" cy="606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198" tIns="64198" rIns="64198" bIns="64198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>
              <a:latin typeface="Arial Nova"/>
            </a:rPr>
            <a:t>Next Steps</a:t>
          </a:r>
          <a:endParaRPr lang="en-US" sz="2400" kern="1200">
            <a:latin typeface="Arial Nova"/>
          </a:endParaRPr>
        </a:p>
      </dsp:txBody>
      <dsp:txXfrm>
        <a:off x="700618" y="3791664"/>
        <a:ext cx="4670112" cy="606595"/>
      </dsp:txXfrm>
    </dsp:sp>
    <dsp:sp modelId="{B548226E-E0F4-4A8F-B6CD-D96BADD08310}">
      <dsp:nvSpPr>
        <dsp:cNvPr id="0" name=""/>
        <dsp:cNvSpPr/>
      </dsp:nvSpPr>
      <dsp:spPr>
        <a:xfrm>
          <a:off x="0" y="4549909"/>
          <a:ext cx="5370730" cy="6065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B80A9D-01D9-4BB3-A52D-3BD0274F423E}">
      <dsp:nvSpPr>
        <dsp:cNvPr id="0" name=""/>
        <dsp:cNvSpPr/>
      </dsp:nvSpPr>
      <dsp:spPr>
        <a:xfrm>
          <a:off x="183495" y="4686393"/>
          <a:ext cx="333627" cy="333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206411-3D2D-4DD8-A6ED-5AB64016FE36}">
      <dsp:nvSpPr>
        <dsp:cNvPr id="0" name=""/>
        <dsp:cNvSpPr/>
      </dsp:nvSpPr>
      <dsp:spPr>
        <a:xfrm>
          <a:off x="700618" y="4549909"/>
          <a:ext cx="4670112" cy="606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198" tIns="64198" rIns="64198" bIns="64198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>
              <a:latin typeface="Arial Nova"/>
            </a:rPr>
            <a:t>Q&amp;A Time!</a:t>
          </a:r>
          <a:endParaRPr lang="en-US" sz="2400" kern="1200">
            <a:latin typeface="Arial Nova"/>
          </a:endParaRPr>
        </a:p>
      </dsp:txBody>
      <dsp:txXfrm>
        <a:off x="700618" y="4549909"/>
        <a:ext cx="4670112" cy="6065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93E192-BEEB-4272-9965-B668B18D6666}">
      <dsp:nvSpPr>
        <dsp:cNvPr id="0" name=""/>
        <dsp:cNvSpPr/>
      </dsp:nvSpPr>
      <dsp:spPr>
        <a:xfrm>
          <a:off x="4735" y="528418"/>
          <a:ext cx="1095609" cy="10956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BD835-C611-4699-B219-3DEF24123AB8}">
      <dsp:nvSpPr>
        <dsp:cNvPr id="0" name=""/>
        <dsp:cNvSpPr/>
      </dsp:nvSpPr>
      <dsp:spPr>
        <a:xfrm>
          <a:off x="4735" y="1745292"/>
          <a:ext cx="3130312" cy="92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kern="1200">
              <a:latin typeface="Arial Nova"/>
            </a:rPr>
            <a:t>I</a:t>
          </a:r>
          <a:r>
            <a:rPr lang="en-US" sz="2000" kern="1200">
              <a:latin typeface="Arial Nova"/>
            </a:rPr>
            <a:t>ncrease strategic visibility</a:t>
          </a:r>
        </a:p>
      </dsp:txBody>
      <dsp:txXfrm>
        <a:off x="4735" y="1745292"/>
        <a:ext cx="3130312" cy="924420"/>
      </dsp:txXfrm>
    </dsp:sp>
    <dsp:sp modelId="{3252EA0C-E06F-48D2-85D4-CFA1328EE37E}">
      <dsp:nvSpPr>
        <dsp:cNvPr id="0" name=""/>
        <dsp:cNvSpPr/>
      </dsp:nvSpPr>
      <dsp:spPr>
        <a:xfrm>
          <a:off x="4735" y="2726115"/>
          <a:ext cx="3130312" cy="622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 Nova"/>
            </a:rPr>
            <a:t>Enable administrators to make data-driven decisions</a:t>
          </a:r>
        </a:p>
      </dsp:txBody>
      <dsp:txXfrm>
        <a:off x="4735" y="2726115"/>
        <a:ext cx="3130312" cy="622413"/>
      </dsp:txXfrm>
    </dsp:sp>
    <dsp:sp modelId="{85A036C9-5070-42FE-BEB9-76D9D5096B80}">
      <dsp:nvSpPr>
        <dsp:cNvPr id="0" name=""/>
        <dsp:cNvSpPr/>
      </dsp:nvSpPr>
      <dsp:spPr>
        <a:xfrm>
          <a:off x="3682852" y="528418"/>
          <a:ext cx="1095609" cy="10956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5CEA54-0C2D-4A4C-94F7-B3F4FABA1F60}">
      <dsp:nvSpPr>
        <dsp:cNvPr id="0" name=""/>
        <dsp:cNvSpPr/>
      </dsp:nvSpPr>
      <dsp:spPr>
        <a:xfrm>
          <a:off x="3682852" y="1745292"/>
          <a:ext cx="3130312" cy="92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Arial Nova"/>
            </a:rPr>
            <a:t>Improve account managers' decision-making ability </a:t>
          </a:r>
        </a:p>
      </dsp:txBody>
      <dsp:txXfrm>
        <a:off x="3682852" y="1745292"/>
        <a:ext cx="3130312" cy="924420"/>
      </dsp:txXfrm>
    </dsp:sp>
    <dsp:sp modelId="{F77AD6B0-A91A-479D-9B05-AD46613BA0AB}">
      <dsp:nvSpPr>
        <dsp:cNvPr id="0" name=""/>
        <dsp:cNvSpPr/>
      </dsp:nvSpPr>
      <dsp:spPr>
        <a:xfrm>
          <a:off x="3682852" y="2726115"/>
          <a:ext cx="3130312" cy="622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 Nova"/>
            </a:rPr>
            <a:t>Identify high-value clients and track efficiency</a:t>
          </a:r>
        </a:p>
      </dsp:txBody>
      <dsp:txXfrm>
        <a:off x="3682852" y="2726115"/>
        <a:ext cx="3130312" cy="622413"/>
      </dsp:txXfrm>
    </dsp:sp>
    <dsp:sp modelId="{52541DAA-58CA-4591-A354-29988B54DC21}">
      <dsp:nvSpPr>
        <dsp:cNvPr id="0" name=""/>
        <dsp:cNvSpPr/>
      </dsp:nvSpPr>
      <dsp:spPr>
        <a:xfrm>
          <a:off x="7360969" y="528418"/>
          <a:ext cx="1095609" cy="10956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8E948-2A32-4251-BCAB-EA9A553C595B}">
      <dsp:nvSpPr>
        <dsp:cNvPr id="0" name=""/>
        <dsp:cNvSpPr/>
      </dsp:nvSpPr>
      <dsp:spPr>
        <a:xfrm>
          <a:off x="7360969" y="1745292"/>
          <a:ext cx="3130312" cy="924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>
              <a:latin typeface="Arial Nova"/>
            </a:rPr>
            <a:t>Identify and mitigate financial risk</a:t>
          </a:r>
        </a:p>
      </dsp:txBody>
      <dsp:txXfrm>
        <a:off x="7360969" y="1745292"/>
        <a:ext cx="3130312" cy="924420"/>
      </dsp:txXfrm>
    </dsp:sp>
    <dsp:sp modelId="{1EC5E826-1F2E-4D2B-98C0-31350D36068D}">
      <dsp:nvSpPr>
        <dsp:cNvPr id="0" name=""/>
        <dsp:cNvSpPr/>
      </dsp:nvSpPr>
      <dsp:spPr>
        <a:xfrm>
          <a:off x="7360969" y="2726115"/>
          <a:ext cx="3130312" cy="622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>
              <a:latin typeface="Arial Nova"/>
            </a:rPr>
            <a:t>Monitor outstanding payments and cash flow</a:t>
          </a:r>
        </a:p>
      </dsp:txBody>
      <dsp:txXfrm>
        <a:off x="7360969" y="2726115"/>
        <a:ext cx="3130312" cy="6224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9F9D99-ADFF-4074-9FF6-F2A5499DE774}">
      <dsp:nvSpPr>
        <dsp:cNvPr id="0" name=""/>
        <dsp:cNvSpPr/>
      </dsp:nvSpPr>
      <dsp:spPr>
        <a:xfrm>
          <a:off x="870886" y="561316"/>
          <a:ext cx="692646" cy="7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173AB8-2999-469A-9B9C-7A88DC6BE8AD}">
      <dsp:nvSpPr>
        <dsp:cNvPr id="0" name=""/>
        <dsp:cNvSpPr/>
      </dsp:nvSpPr>
      <dsp:spPr>
        <a:xfrm>
          <a:off x="1605091" y="503169"/>
          <a:ext cx="79654" cy="149611"/>
        </a:xfrm>
        <a:prstGeom prst="chevron">
          <a:avLst>
            <a:gd name="adj" fmla="val 9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48B61-CD07-4957-9D66-BA0117FCC62A}">
      <dsp:nvSpPr>
        <dsp:cNvPr id="0" name=""/>
        <dsp:cNvSpPr/>
      </dsp:nvSpPr>
      <dsp:spPr>
        <a:xfrm>
          <a:off x="451517" y="228564"/>
          <a:ext cx="665575" cy="6655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828" tIns="25828" rIns="25828" bIns="2582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</a:t>
          </a:r>
        </a:p>
      </dsp:txBody>
      <dsp:txXfrm>
        <a:off x="548988" y="326035"/>
        <a:ext cx="470633" cy="470633"/>
      </dsp:txXfrm>
    </dsp:sp>
    <dsp:sp modelId="{73E37DBB-1404-4998-A619-BB67FC52BAC1}">
      <dsp:nvSpPr>
        <dsp:cNvPr id="0" name=""/>
        <dsp:cNvSpPr/>
      </dsp:nvSpPr>
      <dsp:spPr>
        <a:xfrm>
          <a:off x="5078" y="1059739"/>
          <a:ext cx="1558454" cy="22113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933" tIns="165100" rIns="122933" bIns="1651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 Nova"/>
            </a:rPr>
            <a:t>Workshop with company to understand the business and what goals we can support</a:t>
          </a:r>
        </a:p>
      </dsp:txBody>
      <dsp:txXfrm>
        <a:off x="5078" y="1371430"/>
        <a:ext cx="1558454" cy="1899609"/>
      </dsp:txXfrm>
    </dsp:sp>
    <dsp:sp modelId="{3D4E7915-F3E1-42E5-91C7-1AF13C8F3CC5}">
      <dsp:nvSpPr>
        <dsp:cNvPr id="0" name=""/>
        <dsp:cNvSpPr/>
      </dsp:nvSpPr>
      <dsp:spPr>
        <a:xfrm>
          <a:off x="1736694" y="561316"/>
          <a:ext cx="1558454" cy="7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B32DC1-386E-41F3-857D-1A1707835636}">
      <dsp:nvSpPr>
        <dsp:cNvPr id="0" name=""/>
        <dsp:cNvSpPr/>
      </dsp:nvSpPr>
      <dsp:spPr>
        <a:xfrm>
          <a:off x="3336707" y="503169"/>
          <a:ext cx="79654" cy="149611"/>
        </a:xfrm>
        <a:prstGeom prst="chevron">
          <a:avLst>
            <a:gd name="adj" fmla="val 9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D6D8D7-858F-4034-882A-29656CE59DA8}">
      <dsp:nvSpPr>
        <dsp:cNvPr id="0" name=""/>
        <dsp:cNvSpPr/>
      </dsp:nvSpPr>
      <dsp:spPr>
        <a:xfrm>
          <a:off x="2183133" y="228564"/>
          <a:ext cx="665575" cy="6655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828" tIns="25828" rIns="25828" bIns="2582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2</a:t>
          </a:r>
        </a:p>
      </dsp:txBody>
      <dsp:txXfrm>
        <a:off x="2280604" y="326035"/>
        <a:ext cx="470633" cy="470633"/>
      </dsp:txXfrm>
    </dsp:sp>
    <dsp:sp modelId="{AA157292-8381-4B24-86B2-FAB768112425}">
      <dsp:nvSpPr>
        <dsp:cNvPr id="0" name=""/>
        <dsp:cNvSpPr/>
      </dsp:nvSpPr>
      <dsp:spPr>
        <a:xfrm>
          <a:off x="1736694" y="1059739"/>
          <a:ext cx="1558454" cy="22113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933" tIns="165100" rIns="122933" bIns="1651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rial Nova"/>
            </a:rPr>
            <a:t>Create a central dataset from the several small datasets</a:t>
          </a:r>
        </a:p>
      </dsp:txBody>
      <dsp:txXfrm>
        <a:off x="1736694" y="1371430"/>
        <a:ext cx="1558454" cy="1899609"/>
      </dsp:txXfrm>
    </dsp:sp>
    <dsp:sp modelId="{7AE9CB49-764E-491E-BD29-CA00E6365373}">
      <dsp:nvSpPr>
        <dsp:cNvPr id="0" name=""/>
        <dsp:cNvSpPr/>
      </dsp:nvSpPr>
      <dsp:spPr>
        <a:xfrm>
          <a:off x="3468310" y="561316"/>
          <a:ext cx="1558454" cy="7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1B0617-5A2B-43B9-B4A0-9CC5271BBD42}">
      <dsp:nvSpPr>
        <dsp:cNvPr id="0" name=""/>
        <dsp:cNvSpPr/>
      </dsp:nvSpPr>
      <dsp:spPr>
        <a:xfrm>
          <a:off x="5068323" y="503169"/>
          <a:ext cx="79654" cy="149611"/>
        </a:xfrm>
        <a:prstGeom prst="chevron">
          <a:avLst>
            <a:gd name="adj" fmla="val 9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9D4C4C-7933-47EB-9449-8CE8FFEF00A4}">
      <dsp:nvSpPr>
        <dsp:cNvPr id="0" name=""/>
        <dsp:cNvSpPr/>
      </dsp:nvSpPr>
      <dsp:spPr>
        <a:xfrm>
          <a:off x="3914749" y="228564"/>
          <a:ext cx="665575" cy="6655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828" tIns="25828" rIns="25828" bIns="2582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3</a:t>
          </a:r>
        </a:p>
      </dsp:txBody>
      <dsp:txXfrm>
        <a:off x="4012220" y="326035"/>
        <a:ext cx="470633" cy="470633"/>
      </dsp:txXfrm>
    </dsp:sp>
    <dsp:sp modelId="{AC5DAAD9-5B19-4AFF-A65D-631DC274B22A}">
      <dsp:nvSpPr>
        <dsp:cNvPr id="0" name=""/>
        <dsp:cNvSpPr/>
      </dsp:nvSpPr>
      <dsp:spPr>
        <a:xfrm>
          <a:off x="3468310" y="1059739"/>
          <a:ext cx="1558454" cy="22113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933" tIns="165100" rIns="122933" bIns="16510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libri"/>
              <a:ea typeface="Calibri"/>
              <a:cs typeface="Calibri"/>
            </a:rPr>
            <a:t>Clean up the dataset to ensure analytics accuracy</a:t>
          </a:r>
        </a:p>
      </dsp:txBody>
      <dsp:txXfrm>
        <a:off x="3468310" y="1371430"/>
        <a:ext cx="1558454" cy="1899609"/>
      </dsp:txXfrm>
    </dsp:sp>
    <dsp:sp modelId="{9885ADD5-7E8D-4897-B480-49F4D2E854FC}">
      <dsp:nvSpPr>
        <dsp:cNvPr id="0" name=""/>
        <dsp:cNvSpPr/>
      </dsp:nvSpPr>
      <dsp:spPr>
        <a:xfrm>
          <a:off x="5199926" y="561316"/>
          <a:ext cx="1558454" cy="7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AD0587-1703-423E-857E-01CE3C8C3AD9}">
      <dsp:nvSpPr>
        <dsp:cNvPr id="0" name=""/>
        <dsp:cNvSpPr/>
      </dsp:nvSpPr>
      <dsp:spPr>
        <a:xfrm>
          <a:off x="6799939" y="503169"/>
          <a:ext cx="79654" cy="149611"/>
        </a:xfrm>
        <a:prstGeom prst="chevron">
          <a:avLst>
            <a:gd name="adj" fmla="val 9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7885D3-B581-4A0B-850F-DE8E54E7FF37}">
      <dsp:nvSpPr>
        <dsp:cNvPr id="0" name=""/>
        <dsp:cNvSpPr/>
      </dsp:nvSpPr>
      <dsp:spPr>
        <a:xfrm>
          <a:off x="5646365" y="228564"/>
          <a:ext cx="665575" cy="6655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828" tIns="25828" rIns="25828" bIns="2582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4</a:t>
          </a:r>
        </a:p>
      </dsp:txBody>
      <dsp:txXfrm>
        <a:off x="5743836" y="326035"/>
        <a:ext cx="470633" cy="470633"/>
      </dsp:txXfrm>
    </dsp:sp>
    <dsp:sp modelId="{54E4AC73-CA61-45FC-95E1-25B1CCB22D36}">
      <dsp:nvSpPr>
        <dsp:cNvPr id="0" name=""/>
        <dsp:cNvSpPr/>
      </dsp:nvSpPr>
      <dsp:spPr>
        <a:xfrm>
          <a:off x="5199926" y="1059739"/>
          <a:ext cx="1558454" cy="22113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933" tIns="165100" rIns="122933" bIns="1651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rial Nova"/>
            </a:rPr>
            <a:t>Standardize formats and ensure information is setup for analytics</a:t>
          </a:r>
        </a:p>
      </dsp:txBody>
      <dsp:txXfrm>
        <a:off x="5199926" y="1371430"/>
        <a:ext cx="1558454" cy="1899609"/>
      </dsp:txXfrm>
    </dsp:sp>
    <dsp:sp modelId="{6581EEAA-1C00-4CBD-8D3E-173CD67FE2B8}">
      <dsp:nvSpPr>
        <dsp:cNvPr id="0" name=""/>
        <dsp:cNvSpPr/>
      </dsp:nvSpPr>
      <dsp:spPr>
        <a:xfrm>
          <a:off x="6931541" y="561315"/>
          <a:ext cx="1558454" cy="7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9E902A-7FB9-475B-A32B-A31CFB42740B}">
      <dsp:nvSpPr>
        <dsp:cNvPr id="0" name=""/>
        <dsp:cNvSpPr/>
      </dsp:nvSpPr>
      <dsp:spPr>
        <a:xfrm>
          <a:off x="8531555" y="503169"/>
          <a:ext cx="79654" cy="149611"/>
        </a:xfrm>
        <a:prstGeom prst="chevron">
          <a:avLst>
            <a:gd name="adj" fmla="val 9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1CDADD-6D1D-46FC-A393-01600CBED316}">
      <dsp:nvSpPr>
        <dsp:cNvPr id="0" name=""/>
        <dsp:cNvSpPr/>
      </dsp:nvSpPr>
      <dsp:spPr>
        <a:xfrm>
          <a:off x="7377981" y="228564"/>
          <a:ext cx="665575" cy="6655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828" tIns="25828" rIns="25828" bIns="2582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5</a:t>
          </a:r>
        </a:p>
      </dsp:txBody>
      <dsp:txXfrm>
        <a:off x="7475452" y="326035"/>
        <a:ext cx="470633" cy="470633"/>
      </dsp:txXfrm>
    </dsp:sp>
    <dsp:sp modelId="{799FE198-9C77-4575-9662-9C0B2683819E}">
      <dsp:nvSpPr>
        <dsp:cNvPr id="0" name=""/>
        <dsp:cNvSpPr/>
      </dsp:nvSpPr>
      <dsp:spPr>
        <a:xfrm>
          <a:off x="6931541" y="1059739"/>
          <a:ext cx="1558454" cy="22113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933" tIns="165100" rIns="122933" bIns="1651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rial Nova"/>
            </a:rPr>
            <a:t>Create a data dictionary to aid future analytics work</a:t>
          </a:r>
        </a:p>
      </dsp:txBody>
      <dsp:txXfrm>
        <a:off x="6931541" y="1371430"/>
        <a:ext cx="1558454" cy="1899609"/>
      </dsp:txXfrm>
    </dsp:sp>
    <dsp:sp modelId="{DA2CA59A-528E-4A44-A555-3E4BE42A9B8F}">
      <dsp:nvSpPr>
        <dsp:cNvPr id="0" name=""/>
        <dsp:cNvSpPr/>
      </dsp:nvSpPr>
      <dsp:spPr>
        <a:xfrm>
          <a:off x="8663157" y="561315"/>
          <a:ext cx="779227" cy="7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3CD037-D16F-4C8D-A0F8-6B0F41E8A477}">
      <dsp:nvSpPr>
        <dsp:cNvPr id="0" name=""/>
        <dsp:cNvSpPr/>
      </dsp:nvSpPr>
      <dsp:spPr>
        <a:xfrm>
          <a:off x="9109597" y="228564"/>
          <a:ext cx="665575" cy="6655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828" tIns="25828" rIns="25828" bIns="2582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6</a:t>
          </a:r>
        </a:p>
      </dsp:txBody>
      <dsp:txXfrm>
        <a:off x="9207068" y="326035"/>
        <a:ext cx="470633" cy="470633"/>
      </dsp:txXfrm>
    </dsp:sp>
    <dsp:sp modelId="{B7EA396C-DA3A-48A1-9F89-0800D750B554}">
      <dsp:nvSpPr>
        <dsp:cNvPr id="0" name=""/>
        <dsp:cNvSpPr/>
      </dsp:nvSpPr>
      <dsp:spPr>
        <a:xfrm>
          <a:off x="8663157" y="1059739"/>
          <a:ext cx="1558454" cy="22113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933" tIns="165100" rIns="122933" bIns="1651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rial Nova"/>
            </a:rPr>
            <a:t>Explore the data to uncover business insights </a:t>
          </a:r>
        </a:p>
      </dsp:txBody>
      <dsp:txXfrm>
        <a:off x="8663157" y="1371430"/>
        <a:ext cx="1558454" cy="18996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D320B2-9872-453C-8F7B-3878827A4377}">
      <dsp:nvSpPr>
        <dsp:cNvPr id="0" name=""/>
        <dsp:cNvSpPr/>
      </dsp:nvSpPr>
      <dsp:spPr>
        <a:xfrm>
          <a:off x="1248" y="1481208"/>
          <a:ext cx="887693" cy="88769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30AF2A-E5FA-441A-A97B-724F6ABD8774}">
      <dsp:nvSpPr>
        <dsp:cNvPr id="0" name=""/>
        <dsp:cNvSpPr/>
      </dsp:nvSpPr>
      <dsp:spPr>
        <a:xfrm>
          <a:off x="187663" y="1667623"/>
          <a:ext cx="514862" cy="5148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FCDFC1-0195-44A7-87BF-E2670C43DD43}">
      <dsp:nvSpPr>
        <dsp:cNvPr id="0" name=""/>
        <dsp:cNvSpPr/>
      </dsp:nvSpPr>
      <dsp:spPr>
        <a:xfrm>
          <a:off x="1079161" y="1481208"/>
          <a:ext cx="2092420" cy="887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 Nova"/>
            </a:rPr>
            <a:t>The issue  isn’t revenue generation – it’s collection</a:t>
          </a:r>
        </a:p>
      </dsp:txBody>
      <dsp:txXfrm>
        <a:off x="1079161" y="1481208"/>
        <a:ext cx="2092420" cy="887693"/>
      </dsp:txXfrm>
    </dsp:sp>
    <dsp:sp modelId="{AACACD51-7C56-42ED-8FF5-9C17762A4D1D}">
      <dsp:nvSpPr>
        <dsp:cNvPr id="0" name=""/>
        <dsp:cNvSpPr/>
      </dsp:nvSpPr>
      <dsp:spPr>
        <a:xfrm>
          <a:off x="3536171" y="1481208"/>
          <a:ext cx="887693" cy="88769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DBAB85-36CA-4705-91A5-BF8B1FDA3D54}">
      <dsp:nvSpPr>
        <dsp:cNvPr id="0" name=""/>
        <dsp:cNvSpPr/>
      </dsp:nvSpPr>
      <dsp:spPr>
        <a:xfrm>
          <a:off x="3722586" y="1667623"/>
          <a:ext cx="514862" cy="5148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05B52B-3F20-40E7-B764-66FBC9190F6D}">
      <dsp:nvSpPr>
        <dsp:cNvPr id="0" name=""/>
        <dsp:cNvSpPr/>
      </dsp:nvSpPr>
      <dsp:spPr>
        <a:xfrm>
          <a:off x="4614084" y="1481208"/>
          <a:ext cx="2092420" cy="887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 Nova"/>
            </a:rPr>
            <a:t>Define clear payment terms of 7, 15, or 30 days post-consultation</a:t>
          </a:r>
        </a:p>
      </dsp:txBody>
      <dsp:txXfrm>
        <a:off x="4614084" y="1481208"/>
        <a:ext cx="2092420" cy="887693"/>
      </dsp:txXfrm>
    </dsp:sp>
    <dsp:sp modelId="{13D3CB88-F596-40E6-9155-8C829089984D}">
      <dsp:nvSpPr>
        <dsp:cNvPr id="0" name=""/>
        <dsp:cNvSpPr/>
      </dsp:nvSpPr>
      <dsp:spPr>
        <a:xfrm>
          <a:off x="7071094" y="1481208"/>
          <a:ext cx="887693" cy="88769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AD5780-A4BB-4AAE-865E-F422F94CD2AE}">
      <dsp:nvSpPr>
        <dsp:cNvPr id="0" name=""/>
        <dsp:cNvSpPr/>
      </dsp:nvSpPr>
      <dsp:spPr>
        <a:xfrm>
          <a:off x="7257509" y="1667623"/>
          <a:ext cx="514862" cy="5148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E6507B-6369-440A-A96C-F06FA121D8FA}">
      <dsp:nvSpPr>
        <dsp:cNvPr id="0" name=""/>
        <dsp:cNvSpPr/>
      </dsp:nvSpPr>
      <dsp:spPr>
        <a:xfrm>
          <a:off x="8149008" y="1481208"/>
          <a:ext cx="2092420" cy="887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 Nova"/>
            </a:rPr>
            <a:t>Partial upfront deposit prior to consultations</a:t>
          </a:r>
        </a:p>
      </dsp:txBody>
      <dsp:txXfrm>
        <a:off x="8149008" y="1481208"/>
        <a:ext cx="2092420" cy="88769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FF662E-4DBD-4061-9095-7DD7E785F1DC}">
      <dsp:nvSpPr>
        <dsp:cNvPr id="0" name=""/>
        <dsp:cNvSpPr/>
      </dsp:nvSpPr>
      <dsp:spPr>
        <a:xfrm>
          <a:off x="1287184" y="344036"/>
          <a:ext cx="937322" cy="937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DC323D-8FCE-4C98-96CD-463D29696D73}">
      <dsp:nvSpPr>
        <dsp:cNvPr id="0" name=""/>
        <dsp:cNvSpPr/>
      </dsp:nvSpPr>
      <dsp:spPr>
        <a:xfrm>
          <a:off x="714376" y="1707670"/>
          <a:ext cx="2082939" cy="147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 Nova"/>
              <a:ea typeface="+mn-ea"/>
              <a:cs typeface="+mn-cs"/>
            </a:rPr>
            <a:t>Adjust the pricing structure for new clients moving forward</a:t>
          </a:r>
          <a:endParaRPr lang="en-US" sz="1800" b="1" i="1" kern="1200">
            <a:latin typeface="Arial Nova"/>
            <a:ea typeface="+mn-ea"/>
            <a:cs typeface="+mn-cs"/>
          </a:endParaRPr>
        </a:p>
      </dsp:txBody>
      <dsp:txXfrm>
        <a:off x="714376" y="1707670"/>
        <a:ext cx="2082939" cy="1476562"/>
      </dsp:txXfrm>
    </dsp:sp>
    <dsp:sp modelId="{D8B44B90-A5DC-4A26-9301-E5EFAE765A01}">
      <dsp:nvSpPr>
        <dsp:cNvPr id="0" name=""/>
        <dsp:cNvSpPr/>
      </dsp:nvSpPr>
      <dsp:spPr>
        <a:xfrm>
          <a:off x="3734637" y="344036"/>
          <a:ext cx="937322" cy="937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73445-0860-44A8-9665-803494E74B0C}">
      <dsp:nvSpPr>
        <dsp:cNvPr id="0" name=""/>
        <dsp:cNvSpPr/>
      </dsp:nvSpPr>
      <dsp:spPr>
        <a:xfrm>
          <a:off x="3161829" y="1707670"/>
          <a:ext cx="2082939" cy="147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rial Nova"/>
              <a:ea typeface="+mn-ea"/>
              <a:cs typeface="+mn-cs"/>
            </a:rPr>
            <a:t>Implement a minimum floor rate aligned with average hourly rate ($117.63) moving forward for new client engagements</a:t>
          </a:r>
        </a:p>
      </dsp:txBody>
      <dsp:txXfrm>
        <a:off x="3161829" y="1707670"/>
        <a:ext cx="2082939" cy="1476562"/>
      </dsp:txXfrm>
    </dsp:sp>
    <dsp:sp modelId="{305EC6D9-E3CF-41BD-96ED-A0DF353A39DA}">
      <dsp:nvSpPr>
        <dsp:cNvPr id="0" name=""/>
        <dsp:cNvSpPr/>
      </dsp:nvSpPr>
      <dsp:spPr>
        <a:xfrm>
          <a:off x="6182091" y="344036"/>
          <a:ext cx="937322" cy="937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E0B360-6865-45B6-9438-36205035A5C8}">
      <dsp:nvSpPr>
        <dsp:cNvPr id="0" name=""/>
        <dsp:cNvSpPr/>
      </dsp:nvSpPr>
      <dsp:spPr>
        <a:xfrm>
          <a:off x="5609283" y="1707670"/>
          <a:ext cx="2082939" cy="147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 Nova"/>
              <a:ea typeface="+mn-ea"/>
              <a:cs typeface="+mn-cs"/>
            </a:rPr>
            <a:t>Define client tiers to prioritize high-value scheduling</a:t>
          </a:r>
        </a:p>
      </dsp:txBody>
      <dsp:txXfrm>
        <a:off x="5609283" y="1707670"/>
        <a:ext cx="2082939" cy="1476562"/>
      </dsp:txXfrm>
    </dsp:sp>
    <dsp:sp modelId="{C2850A4B-FC02-4AEB-8584-879E9D70A2B8}">
      <dsp:nvSpPr>
        <dsp:cNvPr id="0" name=""/>
        <dsp:cNvSpPr/>
      </dsp:nvSpPr>
      <dsp:spPr>
        <a:xfrm>
          <a:off x="8629544" y="344036"/>
          <a:ext cx="937322" cy="9373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80FE16-F162-4279-A8E5-97F934134FBD}">
      <dsp:nvSpPr>
        <dsp:cNvPr id="0" name=""/>
        <dsp:cNvSpPr/>
      </dsp:nvSpPr>
      <dsp:spPr>
        <a:xfrm>
          <a:off x="8056736" y="1707670"/>
          <a:ext cx="2082939" cy="147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 Nova"/>
              <a:ea typeface="+mn-ea"/>
              <a:cs typeface="+mn-cs"/>
            </a:rPr>
            <a:t>Reduce single client concentration for revenue</a:t>
          </a:r>
        </a:p>
      </dsp:txBody>
      <dsp:txXfrm>
        <a:off x="8056736" y="1707670"/>
        <a:ext cx="2082939" cy="14765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4022FA-904B-4EAB-8CBA-2748C272E093}">
      <dsp:nvSpPr>
        <dsp:cNvPr id="0" name=""/>
        <dsp:cNvSpPr/>
      </dsp:nvSpPr>
      <dsp:spPr>
        <a:xfrm>
          <a:off x="831047" y="934211"/>
          <a:ext cx="1209435" cy="120943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5B4318-3BFF-4F6A-BE45-4E87599066C3}">
      <dsp:nvSpPr>
        <dsp:cNvPr id="0" name=""/>
        <dsp:cNvSpPr/>
      </dsp:nvSpPr>
      <dsp:spPr>
        <a:xfrm>
          <a:off x="1085028" y="1188192"/>
          <a:ext cx="701472" cy="7014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B26CBA-8227-42C7-81D4-836B35F24690}">
      <dsp:nvSpPr>
        <dsp:cNvPr id="0" name=""/>
        <dsp:cNvSpPr/>
      </dsp:nvSpPr>
      <dsp:spPr>
        <a:xfrm>
          <a:off x="2299648" y="934211"/>
          <a:ext cx="2850813" cy="1209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 Nova"/>
              <a:ea typeface="+mn-ea"/>
              <a:cs typeface="+mn-cs"/>
            </a:rPr>
            <a:t>Target the high-rate/low-volume segment to diversify the portfolio</a:t>
          </a:r>
        </a:p>
      </dsp:txBody>
      <dsp:txXfrm>
        <a:off x="2299648" y="934211"/>
        <a:ext cx="2850813" cy="1209435"/>
      </dsp:txXfrm>
    </dsp:sp>
    <dsp:sp modelId="{6AB0C081-E396-42F1-AB9B-6436F0606AD9}">
      <dsp:nvSpPr>
        <dsp:cNvPr id="0" name=""/>
        <dsp:cNvSpPr/>
      </dsp:nvSpPr>
      <dsp:spPr>
        <a:xfrm>
          <a:off x="5647193" y="934211"/>
          <a:ext cx="1209435" cy="120943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75B665-E494-4C81-999C-4907FE887879}">
      <dsp:nvSpPr>
        <dsp:cNvPr id="0" name=""/>
        <dsp:cNvSpPr/>
      </dsp:nvSpPr>
      <dsp:spPr>
        <a:xfrm>
          <a:off x="5901175" y="1188192"/>
          <a:ext cx="701472" cy="7014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29364-E8F6-47FC-AC6B-DE4838E5D96E}">
      <dsp:nvSpPr>
        <dsp:cNvPr id="0" name=""/>
        <dsp:cNvSpPr/>
      </dsp:nvSpPr>
      <dsp:spPr>
        <a:xfrm>
          <a:off x="7115794" y="934211"/>
          <a:ext cx="2850813" cy="1209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rial Nova"/>
              <a:ea typeface="+mn-ea"/>
              <a:cs typeface="+mn-cs"/>
            </a:rPr>
            <a:t>Ensure no single client exceeds 20% of total revenue</a:t>
          </a:r>
          <a:endParaRPr lang="en-US" sz="2400" kern="1200"/>
        </a:p>
      </dsp:txBody>
      <dsp:txXfrm>
        <a:off x="7115794" y="934211"/>
        <a:ext cx="2850813" cy="12094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E081A-0732-4B22-8705-DD7C40872C45}">
      <dsp:nvSpPr>
        <dsp:cNvPr id="0" name=""/>
        <dsp:cNvSpPr/>
      </dsp:nvSpPr>
      <dsp:spPr>
        <a:xfrm>
          <a:off x="2792412" y="977380"/>
          <a:ext cx="6103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103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081571" y="1019895"/>
        <a:ext cx="32048" cy="6409"/>
      </dsp:txXfrm>
    </dsp:sp>
    <dsp:sp modelId="{639BF93F-E461-4A09-AEF4-95E4AF33102F}">
      <dsp:nvSpPr>
        <dsp:cNvPr id="0" name=""/>
        <dsp:cNvSpPr/>
      </dsp:nvSpPr>
      <dsp:spPr>
        <a:xfrm>
          <a:off x="7403" y="187057"/>
          <a:ext cx="2786809" cy="167208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556" tIns="143340" rIns="136556" bIns="14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 Nova"/>
            </a:rPr>
            <a:t>Onboard account managers onto the new dashboard</a:t>
          </a:r>
        </a:p>
      </dsp:txBody>
      <dsp:txXfrm>
        <a:off x="7403" y="187057"/>
        <a:ext cx="2786809" cy="1672085"/>
      </dsp:txXfrm>
    </dsp:sp>
    <dsp:sp modelId="{0A117B60-734E-4959-A36F-DB4944557E12}">
      <dsp:nvSpPr>
        <dsp:cNvPr id="0" name=""/>
        <dsp:cNvSpPr/>
      </dsp:nvSpPr>
      <dsp:spPr>
        <a:xfrm>
          <a:off x="6220188" y="977380"/>
          <a:ext cx="6103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10366" y="45720"/>
              </a:lnTo>
            </a:path>
          </a:pathLst>
        </a:custGeom>
        <a:noFill/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6509347" y="1019895"/>
        <a:ext cx="32048" cy="6409"/>
      </dsp:txXfrm>
    </dsp:sp>
    <dsp:sp modelId="{FF6465D9-8778-4C30-A5BE-C90F535DE869}">
      <dsp:nvSpPr>
        <dsp:cNvPr id="0" name=""/>
        <dsp:cNvSpPr/>
      </dsp:nvSpPr>
      <dsp:spPr>
        <a:xfrm>
          <a:off x="3435179" y="187057"/>
          <a:ext cx="2786809" cy="1672085"/>
        </a:xfrm>
        <a:prstGeom prst="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556" tIns="143340" rIns="136556" bIns="14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 Nova"/>
            </a:rPr>
            <a:t>Have </a:t>
          </a:r>
          <a:r>
            <a:rPr lang="pt-PT" sz="2000" kern="1200" dirty="0">
              <a:latin typeface="Arial Nova"/>
            </a:rPr>
            <a:t>a collections conversation with Client D</a:t>
          </a:r>
          <a:endParaRPr lang="en-US" sz="2000" kern="1200" dirty="0">
            <a:latin typeface="Arial Nova"/>
          </a:endParaRPr>
        </a:p>
      </dsp:txBody>
      <dsp:txXfrm>
        <a:off x="3435179" y="187057"/>
        <a:ext cx="2786809" cy="1672085"/>
      </dsp:txXfrm>
    </dsp:sp>
    <dsp:sp modelId="{C98DCB94-4F96-4F61-8CE5-5ACB3A7B5611}">
      <dsp:nvSpPr>
        <dsp:cNvPr id="0" name=""/>
        <dsp:cNvSpPr/>
      </dsp:nvSpPr>
      <dsp:spPr>
        <a:xfrm>
          <a:off x="1400808" y="1857343"/>
          <a:ext cx="6855551" cy="610366"/>
        </a:xfrm>
        <a:custGeom>
          <a:avLst/>
          <a:gdLst/>
          <a:ahLst/>
          <a:cxnLst/>
          <a:rect l="0" t="0" r="0" b="0"/>
          <a:pathLst>
            <a:path>
              <a:moveTo>
                <a:pt x="6855551" y="0"/>
              </a:moveTo>
              <a:lnTo>
                <a:pt x="6855551" y="322283"/>
              </a:lnTo>
              <a:lnTo>
                <a:pt x="0" y="322283"/>
              </a:lnTo>
              <a:lnTo>
                <a:pt x="0" y="610366"/>
              </a:lnTo>
            </a:path>
          </a:pathLst>
        </a:custGeom>
        <a:noFill/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4656447" y="2159321"/>
        <a:ext cx="344272" cy="6409"/>
      </dsp:txXfrm>
    </dsp:sp>
    <dsp:sp modelId="{7ED21D98-5788-4637-82E1-30A70EFB45CE}">
      <dsp:nvSpPr>
        <dsp:cNvPr id="0" name=""/>
        <dsp:cNvSpPr/>
      </dsp:nvSpPr>
      <dsp:spPr>
        <a:xfrm>
          <a:off x="6862955" y="187057"/>
          <a:ext cx="2786809" cy="1672085"/>
        </a:xfrm>
        <a:prstGeom prst="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556" tIns="143340" rIns="136556" bIns="14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rial Nova"/>
            </a:rPr>
            <a:t>Draft payment terms and deposit policies and apply them to new clients going forward</a:t>
          </a:r>
        </a:p>
      </dsp:txBody>
      <dsp:txXfrm>
        <a:off x="6862955" y="187057"/>
        <a:ext cx="2786809" cy="1672085"/>
      </dsp:txXfrm>
    </dsp:sp>
    <dsp:sp modelId="{64C9EBAE-5226-48BD-B33A-1DB2B60C10B9}">
      <dsp:nvSpPr>
        <dsp:cNvPr id="0" name=""/>
        <dsp:cNvSpPr/>
      </dsp:nvSpPr>
      <dsp:spPr>
        <a:xfrm>
          <a:off x="2792412" y="3290432"/>
          <a:ext cx="6103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10366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081571" y="3332947"/>
        <a:ext cx="32048" cy="6409"/>
      </dsp:txXfrm>
    </dsp:sp>
    <dsp:sp modelId="{91F9EB54-5164-4922-97F9-9CC71D028C01}">
      <dsp:nvSpPr>
        <dsp:cNvPr id="0" name=""/>
        <dsp:cNvSpPr/>
      </dsp:nvSpPr>
      <dsp:spPr>
        <a:xfrm>
          <a:off x="7403" y="2500109"/>
          <a:ext cx="2786809" cy="1672085"/>
        </a:xfrm>
        <a:prstGeom prst="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556" tIns="143340" rIns="136556" bIns="14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 Nova"/>
            </a:rPr>
            <a:t>Review findings on a quarterly basis </a:t>
          </a:r>
        </a:p>
      </dsp:txBody>
      <dsp:txXfrm>
        <a:off x="7403" y="2500109"/>
        <a:ext cx="2786809" cy="1672085"/>
      </dsp:txXfrm>
    </dsp:sp>
    <dsp:sp modelId="{B8DA744F-B517-451E-BB95-BDBD555D1799}">
      <dsp:nvSpPr>
        <dsp:cNvPr id="0" name=""/>
        <dsp:cNvSpPr/>
      </dsp:nvSpPr>
      <dsp:spPr>
        <a:xfrm>
          <a:off x="3435179" y="2500109"/>
          <a:ext cx="2786809" cy="1672085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6556" tIns="143340" rIns="136556" bIns="14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 Nova"/>
            </a:rPr>
            <a:t>Standardize data entry practices</a:t>
          </a:r>
        </a:p>
      </dsp:txBody>
      <dsp:txXfrm>
        <a:off x="3435179" y="2500109"/>
        <a:ext cx="2786809" cy="16720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8T01:00:54.1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27358 3170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EB285-9E52-181A-628E-E406D902D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D6224-5417-5BC9-0406-FF943402C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71566-ED6F-1B8C-04A0-02A863E63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B0AE9-8703-41B4-8223-B2FC564B585D}" type="datetimeFigureOut">
              <a:rPr lang="en-CA" smtClean="0"/>
              <a:t>2026-08-29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094B3-457A-2E72-5362-94F76E8C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F9649-31CE-3BE6-638D-861069F0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93C0-586C-47A7-81EA-E266615CF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5532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CB7FE-0B1B-5470-6764-0B5CFE462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FBF2-28FE-48E6-8D66-C1271B5C7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5F0D7-3823-42FD-D35D-2ABA7DE74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B0AE9-8703-41B4-8223-B2FC564B585D}" type="datetimeFigureOut">
              <a:rPr lang="en-CA" smtClean="0"/>
              <a:t>2026-08-29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E55F-6860-6670-815F-81B6A712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E36EE-27AE-C320-8D0D-B2DFB2E49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93C0-586C-47A7-81EA-E266615CF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837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D691E-1998-4388-91BD-B219C27E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496F3-A673-2347-6C5A-67AE018FC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41B89-3F52-A922-AFE6-D7B68D0C0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B0AE9-8703-41B4-8223-B2FC564B585D}" type="datetimeFigureOut">
              <a:rPr lang="en-CA" smtClean="0"/>
              <a:t>2026-08-29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D07F1-65C6-D0D5-E7BF-2E2C1EAC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9C80C-B121-AFA2-83C9-6E65DBC11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93C0-586C-47A7-81EA-E266615CF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3463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9400-2CE7-1509-884E-7BBD122C3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D679C-4209-70C8-BE25-B60AC29A78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6B064-1123-3533-C0D7-055369ED2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BB810-5398-E3F3-197F-FADAE85D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B0AE9-8703-41B4-8223-B2FC564B585D}" type="datetimeFigureOut">
              <a:rPr lang="en-CA" smtClean="0"/>
              <a:t>2026-08-29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CD6FE-F55A-26D2-308C-F9A6A474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99321-9DFF-2AF5-EECE-333B2320D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93C0-586C-47A7-81EA-E266615CF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8062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D747E-5FDD-468B-D7A7-D30983720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53235-B493-FD19-D119-F840E2E07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000961-8259-7611-8332-B0D960C64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583FA-E588-4239-8524-4F57CC7786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B76484-210D-9074-325C-47DB4F939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4DB94D-05DE-B960-D84B-62A3DED57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B0AE9-8703-41B4-8223-B2FC564B585D}" type="datetimeFigureOut">
              <a:rPr lang="en-CA" smtClean="0"/>
              <a:t>2026-08-29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74C7ED-4C8C-EB44-637C-CD632F18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BB97CD-96C9-C5BA-DAA2-3C8CFE924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93C0-586C-47A7-81EA-E266615CF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5911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491F9-3F52-13F9-A4B0-1B7ABC542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02FEED-AE48-158C-122D-4E3CCCD87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B0AE9-8703-41B4-8223-B2FC564B585D}" type="datetimeFigureOut">
              <a:rPr lang="en-CA" smtClean="0"/>
              <a:t>2026-08-29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1325C1-C7B4-272C-9745-6FA5930B1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33B6B-F9EB-0371-0650-5F25C424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93C0-586C-47A7-81EA-E266615CF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066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B55DD8-8874-63D7-055E-ADF980BAE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B0AE9-8703-41B4-8223-B2FC564B585D}" type="datetimeFigureOut">
              <a:rPr lang="en-CA" smtClean="0"/>
              <a:t>2026-08-29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245C73-4E54-5CDE-E865-E9CE99BF5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96AC2-C81E-5ACB-21D6-04A84492F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93C0-586C-47A7-81EA-E266615CF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2740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E2632-CEB6-4DE7-27B5-559388358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8FD37-3C9B-0FEC-365A-149BBB115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E31523-BF5B-1EB5-4D2B-D3E070206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90AB8-126F-61C1-BBA7-5D370BE63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B0AE9-8703-41B4-8223-B2FC564B585D}" type="datetimeFigureOut">
              <a:rPr lang="en-CA" smtClean="0"/>
              <a:t>2026-08-29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B2F10-8737-0E73-8839-F8CDD907B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5B256-22A2-6193-2D55-4267675E2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93C0-586C-47A7-81EA-E266615CF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5837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7979-7FDB-B87B-1343-B4C1FB574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79413D-2475-4A74-BFE7-BC7602700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FD75E-C58E-A51A-7133-7D98EBE8D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82380-C903-1FEE-6DBB-2BA15763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B0AE9-8703-41B4-8223-B2FC564B585D}" type="datetimeFigureOut">
              <a:rPr lang="en-CA" smtClean="0"/>
              <a:t>2026-08-29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CA578-ABDF-E5D1-06FA-F746A3A4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D5764-38BB-602F-9EAA-02B8AEEE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93C0-586C-47A7-81EA-E266615CF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793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D90F9-BE64-0671-8B91-42F24E36E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C8EA8-1BC7-26AA-D364-A05EA5C63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8AD36-B5ED-FF8D-ED62-9E41141D5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B0AE9-8703-41B4-8223-B2FC564B585D}" type="datetimeFigureOut">
              <a:rPr lang="en-CA" smtClean="0"/>
              <a:t>2026-08-29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D2839-F4BC-9A48-9CE9-C3800509B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85FE7-FD26-54A6-9A5A-8BE99DD5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93C0-586C-47A7-81EA-E266615CF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1000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138624-8772-ACF8-F5D7-459CE272A3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091D8-F8E2-359F-3A58-F54ADCD27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9B23E-DEB5-FD9F-8A5E-522E1BD03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B0AE9-8703-41B4-8223-B2FC564B585D}" type="datetimeFigureOut">
              <a:rPr lang="en-CA" smtClean="0"/>
              <a:t>2026-08-29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769D7-663D-C191-9C8B-2EBA43CCC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34B27-1427-B1FB-27A9-B1B02ACA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93C0-586C-47A7-81EA-E266615CF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323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344C37-A690-C7B3-6E0A-67D6B22FB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47D97-F74D-7435-2F35-DD60F9570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ED774-7AC0-51CA-6F50-0CBF9A25D3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7B0AE9-8703-41B4-8223-B2FC564B585D}" type="datetimeFigureOut">
              <a:rPr lang="en-CA" smtClean="0"/>
              <a:t>2026-08-29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7A09E-D604-65F2-1456-181B205B96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B7356-FA53-F21D-9058-99C97AB62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293C0-586C-47A7-81EA-E266615CF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0746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7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12" Type="http://schemas.openxmlformats.org/officeDocument/2006/relationships/image" Target="../media/image8.sv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openxmlformats.org/officeDocument/2006/relationships/image" Target="../media/image9.svg"/><Relationship Id="rId5" Type="http://schemas.openxmlformats.org/officeDocument/2006/relationships/diagramColors" Target="../diagrams/colors3.xml"/><Relationship Id="rId10" Type="http://schemas.openxmlformats.org/officeDocument/2006/relationships/image" Target="../media/image10.sv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11.svg"/><Relationship Id="rId1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1.svg"/><Relationship Id="rId3" Type="http://schemas.openxmlformats.org/officeDocument/2006/relationships/diagramLayout" Target="../diagrams/layout4.xml"/><Relationship Id="rId7" Type="http://schemas.openxmlformats.org/officeDocument/2006/relationships/customXml" Target="../ink/ink1.xml"/><Relationship Id="rId12" Type="http://schemas.openxmlformats.org/officeDocument/2006/relationships/image" Target="../media/image12.svg"/><Relationship Id="rId17" Type="http://schemas.openxmlformats.org/officeDocument/2006/relationships/image" Target="../media/image7.svg"/><Relationship Id="rId2" Type="http://schemas.openxmlformats.org/officeDocument/2006/relationships/diagramData" Target="../diagrams/data4.xml"/><Relationship Id="rId16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4.xml"/><Relationship Id="rId15" Type="http://schemas.openxmlformats.org/officeDocument/2006/relationships/image" Target="../media/image9.svg"/><Relationship Id="rId10" Type="http://schemas.openxmlformats.org/officeDocument/2006/relationships/image" Target="../media/image17.png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16.png"/><Relationship Id="rId1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9.jpeg"/><Relationship Id="rId7" Type="http://schemas.openxmlformats.org/officeDocument/2006/relationships/image" Target="../media/image10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2.svg"/><Relationship Id="rId4" Type="http://schemas.openxmlformats.org/officeDocument/2006/relationships/image" Target="../media/image5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1.png"/><Relationship Id="rId7" Type="http://schemas.openxmlformats.org/officeDocument/2006/relationships/image" Target="../media/image10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2.svg"/><Relationship Id="rId4" Type="http://schemas.openxmlformats.org/officeDocument/2006/relationships/image" Target="../media/image5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11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diagramLayout" Target="../diagrams/layout5.xml"/><Relationship Id="rId7" Type="http://schemas.openxmlformats.org/officeDocument/2006/relationships/image" Target="../media/image5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10" Type="http://schemas.openxmlformats.org/officeDocument/2006/relationships/image" Target="../media/image10.svg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diagramLayout" Target="../diagrams/layout6.xml"/><Relationship Id="rId7" Type="http://schemas.openxmlformats.org/officeDocument/2006/relationships/image" Target="../media/image5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10" Type="http://schemas.openxmlformats.org/officeDocument/2006/relationships/image" Target="../media/image10.svg"/><Relationship Id="rId4" Type="http://schemas.openxmlformats.org/officeDocument/2006/relationships/diagramQuickStyle" Target="../diagrams/quickStyle6.xml"/><Relationship Id="rId9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diagramLayout" Target="../diagrams/layout7.xml"/><Relationship Id="rId7" Type="http://schemas.openxmlformats.org/officeDocument/2006/relationships/image" Target="../media/image5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10" Type="http://schemas.openxmlformats.org/officeDocument/2006/relationships/image" Target="../media/image10.svg"/><Relationship Id="rId4" Type="http://schemas.openxmlformats.org/officeDocument/2006/relationships/diagramQuickStyle" Target="../diagrams/quickStyle7.xml"/><Relationship Id="rId9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diagramLayout" Target="../diagrams/layout8.xml"/><Relationship Id="rId7" Type="http://schemas.openxmlformats.org/officeDocument/2006/relationships/image" Target="../media/image5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Relationship Id="rId9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46012474-397F-473B-BED8-7BAB6B688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8928D0-5114-C9C6-EEA9-D25DD9C56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1911" y="3092242"/>
            <a:ext cx="9698203" cy="17062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CA" sz="3600" b="1" dirty="0">
                <a:solidFill>
                  <a:schemeClr val="tx2"/>
                </a:solidFill>
                <a:latin typeface="Arial Nova"/>
              </a:rPr>
              <a:t>From Data to Decision: </a:t>
            </a:r>
            <a:br>
              <a:rPr lang="en-CA" sz="3600" b="1" dirty="0">
                <a:latin typeface="Arial Nova"/>
              </a:rPr>
            </a:br>
            <a:br>
              <a:rPr lang="en-CA" sz="3600" b="1" dirty="0">
                <a:latin typeface="Arial Nova"/>
              </a:rPr>
            </a:br>
            <a:r>
              <a:rPr lang="en-CA" sz="3600" b="1" i="1" dirty="0">
                <a:solidFill>
                  <a:schemeClr val="tx2"/>
                </a:solidFill>
                <a:latin typeface="Arial Nova"/>
              </a:rPr>
              <a:t>A Data-Driven Roadmap for COMPANY X</a:t>
            </a:r>
            <a:endParaRPr lang="en-US" sz="3200" b="1" dirty="0">
              <a:solidFill>
                <a:schemeClr val="tx2"/>
              </a:solidFill>
              <a:latin typeface="Arial Nova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A6BA2-CAD2-CC76-EC74-A01621740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597" y="4986813"/>
            <a:ext cx="9426806" cy="70754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CA" sz="2000" b="1" dirty="0">
                <a:solidFill>
                  <a:schemeClr val="tx2"/>
                </a:solidFill>
                <a:latin typeface="Arial Nova"/>
              </a:rPr>
              <a:t>Present by: </a:t>
            </a:r>
            <a:r>
              <a:rPr lang="en-CA" sz="2000" dirty="0" err="1">
                <a:solidFill>
                  <a:schemeClr val="tx2"/>
                </a:solidFill>
                <a:latin typeface="Arial Nova"/>
              </a:rPr>
              <a:t>Gwedyonn</a:t>
            </a:r>
            <a:r>
              <a:rPr lang="en-CA" sz="2000" dirty="0">
                <a:solidFill>
                  <a:schemeClr val="tx2"/>
                </a:solidFill>
                <a:latin typeface="Arial Nova"/>
              </a:rPr>
              <a:t> </a:t>
            </a:r>
            <a:r>
              <a:rPr lang="en-CA" sz="2000" dirty="0" err="1">
                <a:solidFill>
                  <a:schemeClr val="tx2"/>
                </a:solidFill>
                <a:latin typeface="Arial Nova"/>
              </a:rPr>
              <a:t>Ashkevron</a:t>
            </a:r>
            <a:r>
              <a:rPr lang="en-CA" sz="2000" dirty="0">
                <a:solidFill>
                  <a:schemeClr val="tx2"/>
                </a:solidFill>
                <a:latin typeface="Arial Nova"/>
              </a:rPr>
              <a:t>, Jason Antunes, </a:t>
            </a:r>
            <a:r>
              <a:rPr lang="en-CA" sz="2000" dirty="0" err="1">
                <a:solidFill>
                  <a:schemeClr val="tx2"/>
                </a:solidFill>
                <a:latin typeface="Arial Nova"/>
              </a:rPr>
              <a:t>Linya</a:t>
            </a:r>
            <a:r>
              <a:rPr lang="en-CA" sz="2000" dirty="0">
                <a:solidFill>
                  <a:schemeClr val="tx2"/>
                </a:solidFill>
                <a:latin typeface="Arial Nova"/>
              </a:rPr>
              <a:t> Wang, </a:t>
            </a:r>
            <a:r>
              <a:rPr lang="en-CA" sz="2000" dirty="0" err="1">
                <a:solidFill>
                  <a:schemeClr val="tx2"/>
                </a:solidFill>
                <a:latin typeface="Arial Nova"/>
              </a:rPr>
              <a:t>Thanapol</a:t>
            </a:r>
            <a:r>
              <a:rPr lang="en-CA" sz="2000" dirty="0">
                <a:solidFill>
                  <a:schemeClr val="tx2"/>
                </a:solidFill>
                <a:latin typeface="Arial Nova"/>
              </a:rPr>
              <a:t> </a:t>
            </a:r>
            <a:r>
              <a:rPr lang="en-CA" sz="2000" dirty="0" err="1">
                <a:solidFill>
                  <a:schemeClr val="tx2"/>
                </a:solidFill>
                <a:latin typeface="Arial Nova"/>
              </a:rPr>
              <a:t>Shongtuptim</a:t>
            </a:r>
            <a:r>
              <a:rPr lang="en-CA" sz="2000" dirty="0">
                <a:solidFill>
                  <a:schemeClr val="tx2"/>
                </a:solidFill>
                <a:latin typeface="Arial Nova"/>
              </a:rPr>
              <a:t>, and Wilmer Garcia Tobar </a:t>
            </a:r>
            <a:endParaRPr lang="en-US" sz="2000" dirty="0">
              <a:solidFill>
                <a:schemeClr val="tx2"/>
              </a:solidFill>
              <a:latin typeface="Arial Nova"/>
            </a:endParaRPr>
          </a:p>
          <a:p>
            <a:endParaRPr lang="en-CA" sz="2000" dirty="0">
              <a:solidFill>
                <a:schemeClr val="tx2"/>
              </a:solidFill>
              <a:latin typeface="Arial Nova"/>
            </a:endParaRPr>
          </a:p>
          <a:p>
            <a:r>
              <a:rPr lang="en-CA" sz="2000" b="1" dirty="0">
                <a:solidFill>
                  <a:schemeClr val="tx2"/>
                </a:solidFill>
                <a:latin typeface="Arial Nova"/>
              </a:rPr>
              <a:t>Date: </a:t>
            </a:r>
            <a:r>
              <a:rPr lang="en-CA" sz="2000" dirty="0">
                <a:solidFill>
                  <a:schemeClr val="tx2"/>
                </a:solidFill>
                <a:latin typeface="Arial Nova"/>
              </a:rPr>
              <a:t>April 8th, 2026</a:t>
            </a:r>
          </a:p>
        </p:txBody>
      </p:sp>
      <p:pic>
        <p:nvPicPr>
          <p:cNvPr id="6" name="Picture 5" descr="A blue and green swirly lines&#10;&#10;AI-generated content may be incorrect.">
            <a:extLst>
              <a:ext uri="{FF2B5EF4-FFF2-40B4-BE49-F238E27FC236}">
                <a16:creationId xmlns:a16="http://schemas.microsoft.com/office/drawing/2014/main" id="{D6F47611-D894-7746-2022-C01FA5A222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2085" b="1"/>
          <a:stretch>
            <a:fillRect/>
          </a:stretch>
        </p:blipFill>
        <p:spPr>
          <a:xfrm>
            <a:off x="5044686" y="527882"/>
            <a:ext cx="2381037" cy="2381037"/>
          </a:xfrm>
          <a:custGeom>
            <a:avLst/>
            <a:gdLst/>
            <a:ahLst/>
            <a:cxnLst/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softEdge rad="0"/>
          </a:effectLst>
        </p:spPr>
      </p:pic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6D7FB18D-7577-4ADC-8C1C-EA27EFD2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1279" y="853059"/>
            <a:ext cx="2347850" cy="2231287"/>
          </a:xfrm>
          <a:custGeom>
            <a:avLst/>
            <a:gdLst>
              <a:gd name="connsiteX0" fmla="*/ 1313677 w 2347850"/>
              <a:gd name="connsiteY0" fmla="*/ 248889 h 2231287"/>
              <a:gd name="connsiteX1" fmla="*/ 1643910 w 2347850"/>
              <a:gd name="connsiteY1" fmla="*/ 317582 h 2231287"/>
              <a:gd name="connsiteX2" fmla="*/ 1883217 w 2347850"/>
              <a:gd name="connsiteY2" fmla="*/ 502382 h 2231287"/>
              <a:gd name="connsiteX3" fmla="*/ 2098962 w 2347850"/>
              <a:gd name="connsiteY3" fmla="*/ 1169031 h 2231287"/>
              <a:gd name="connsiteX4" fmla="*/ 2007537 w 2347850"/>
              <a:gd name="connsiteY4" fmla="*/ 1427585 h 2231287"/>
              <a:gd name="connsiteX5" fmla="*/ 1717333 w 2347850"/>
              <a:gd name="connsiteY5" fmla="*/ 1685350 h 2231287"/>
              <a:gd name="connsiteX6" fmla="*/ 1651750 w 2347850"/>
              <a:gd name="connsiteY6" fmla="*/ 1736165 h 2231287"/>
              <a:gd name="connsiteX7" fmla="*/ 1386103 w 2347850"/>
              <a:gd name="connsiteY7" fmla="*/ 1919057 h 2231287"/>
              <a:gd name="connsiteX8" fmla="*/ 1140118 w 2347850"/>
              <a:gd name="connsiteY8" fmla="*/ 1982399 h 2231287"/>
              <a:gd name="connsiteX9" fmla="*/ 757700 w 2347850"/>
              <a:gd name="connsiteY9" fmla="*/ 1882927 h 2231287"/>
              <a:gd name="connsiteX10" fmla="*/ 466832 w 2347850"/>
              <a:gd name="connsiteY10" fmla="*/ 1586002 h 2231287"/>
              <a:gd name="connsiteX11" fmla="*/ 390589 w 2347850"/>
              <a:gd name="connsiteY11" fmla="*/ 1478773 h 2231287"/>
              <a:gd name="connsiteX12" fmla="*/ 248889 w 2347850"/>
              <a:gd name="connsiteY12" fmla="*/ 1169031 h 2231287"/>
              <a:gd name="connsiteX13" fmla="*/ 334714 w 2347850"/>
              <a:gd name="connsiteY13" fmla="*/ 828136 h 2231287"/>
              <a:gd name="connsiteX14" fmla="*/ 574228 w 2347850"/>
              <a:gd name="connsiteY14" fmla="*/ 531378 h 2231287"/>
              <a:gd name="connsiteX15" fmla="*/ 922672 w 2347850"/>
              <a:gd name="connsiteY15" fmla="*/ 324136 h 2231287"/>
              <a:gd name="connsiteX16" fmla="*/ 1313677 w 2347850"/>
              <a:gd name="connsiteY16" fmla="*/ 248889 h 2231287"/>
              <a:gd name="connsiteX17" fmla="*/ 1313677 w 2347850"/>
              <a:gd name="connsiteY17" fmla="*/ 0 h 2231287"/>
              <a:gd name="connsiteX18" fmla="*/ 0 w 2347850"/>
              <a:gd name="connsiteY18" fmla="*/ 1169031 h 2231287"/>
              <a:gd name="connsiteX19" fmla="*/ 260877 w 2347850"/>
              <a:gd name="connsiteY19" fmla="*/ 1725712 h 2231287"/>
              <a:gd name="connsiteX20" fmla="*/ 1140118 w 2347850"/>
              <a:gd name="connsiteY20" fmla="*/ 2231288 h 2231287"/>
              <a:gd name="connsiteX21" fmla="*/ 1805025 w 2347850"/>
              <a:gd name="connsiteY21" fmla="*/ 1932248 h 2231287"/>
              <a:gd name="connsiteX22" fmla="*/ 2347851 w 2347850"/>
              <a:gd name="connsiteY22" fmla="*/ 1169031 h 2231287"/>
              <a:gd name="connsiteX23" fmla="*/ 1313677 w 2347850"/>
              <a:gd name="connsiteY23" fmla="*/ 0 h 2231287"/>
              <a:gd name="connsiteX24" fmla="*/ 1313677 w 2347850"/>
              <a:gd name="connsiteY24" fmla="*/ 0 h 2231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347850" h="2231287">
                <a:moveTo>
                  <a:pt x="1313677" y="248889"/>
                </a:moveTo>
                <a:cubicBezTo>
                  <a:pt x="1434678" y="248889"/>
                  <a:pt x="1545807" y="271994"/>
                  <a:pt x="1643910" y="317582"/>
                </a:cubicBezTo>
                <a:cubicBezTo>
                  <a:pt x="1735543" y="360142"/>
                  <a:pt x="1816017" y="422323"/>
                  <a:pt x="1883217" y="502382"/>
                </a:cubicBezTo>
                <a:cubicBezTo>
                  <a:pt x="2022346" y="668183"/>
                  <a:pt x="2098962" y="904960"/>
                  <a:pt x="2098962" y="1169031"/>
                </a:cubicBezTo>
                <a:cubicBezTo>
                  <a:pt x="2098962" y="1269623"/>
                  <a:pt x="2071626" y="1346945"/>
                  <a:pt x="2007537" y="1427585"/>
                </a:cubicBezTo>
                <a:cubicBezTo>
                  <a:pt x="1938014" y="1515069"/>
                  <a:pt x="1830826" y="1597783"/>
                  <a:pt x="1717333" y="1685350"/>
                </a:cubicBezTo>
                <a:cubicBezTo>
                  <a:pt x="1695970" y="1701819"/>
                  <a:pt x="1673902" y="1718868"/>
                  <a:pt x="1651750" y="1736165"/>
                </a:cubicBezTo>
                <a:cubicBezTo>
                  <a:pt x="1557297" y="1809961"/>
                  <a:pt x="1472136" y="1874672"/>
                  <a:pt x="1386103" y="1919057"/>
                </a:cubicBezTo>
                <a:cubicBezTo>
                  <a:pt x="1302311" y="1962281"/>
                  <a:pt x="1224159" y="1982399"/>
                  <a:pt x="1140118" y="1982399"/>
                </a:cubicBezTo>
                <a:cubicBezTo>
                  <a:pt x="992029" y="1982399"/>
                  <a:pt x="866921" y="1949878"/>
                  <a:pt x="757700" y="1882927"/>
                </a:cubicBezTo>
                <a:cubicBezTo>
                  <a:pt x="654661" y="1819792"/>
                  <a:pt x="559543" y="1722642"/>
                  <a:pt x="466832" y="1586002"/>
                </a:cubicBezTo>
                <a:cubicBezTo>
                  <a:pt x="440616" y="1547383"/>
                  <a:pt x="415188" y="1512497"/>
                  <a:pt x="390589" y="1478773"/>
                </a:cubicBezTo>
                <a:cubicBezTo>
                  <a:pt x="292320" y="1344041"/>
                  <a:pt x="248889" y="1279786"/>
                  <a:pt x="248889" y="1169031"/>
                </a:cubicBezTo>
                <a:cubicBezTo>
                  <a:pt x="248889" y="1053131"/>
                  <a:pt x="277760" y="938435"/>
                  <a:pt x="334714" y="828136"/>
                </a:cubicBezTo>
                <a:cubicBezTo>
                  <a:pt x="390175" y="720740"/>
                  <a:pt x="472972" y="618115"/>
                  <a:pt x="574228" y="531378"/>
                </a:cubicBezTo>
                <a:cubicBezTo>
                  <a:pt x="675609" y="444515"/>
                  <a:pt x="796112" y="372835"/>
                  <a:pt x="922672" y="324136"/>
                </a:cubicBezTo>
                <a:cubicBezTo>
                  <a:pt x="1050601" y="274898"/>
                  <a:pt x="1185831" y="248889"/>
                  <a:pt x="1313677" y="248889"/>
                </a:cubicBezTo>
                <a:moveTo>
                  <a:pt x="1313677" y="0"/>
                </a:moveTo>
                <a:cubicBezTo>
                  <a:pt x="661505" y="0"/>
                  <a:pt x="0" y="523372"/>
                  <a:pt x="0" y="1169031"/>
                </a:cubicBezTo>
                <a:cubicBezTo>
                  <a:pt x="0" y="1411158"/>
                  <a:pt x="134276" y="1539128"/>
                  <a:pt x="260877" y="1725712"/>
                </a:cubicBezTo>
                <a:cubicBezTo>
                  <a:pt x="471852" y="2036698"/>
                  <a:pt x="734927" y="2231288"/>
                  <a:pt x="1140118" y="2231288"/>
                </a:cubicBezTo>
                <a:cubicBezTo>
                  <a:pt x="1413356" y="2231288"/>
                  <a:pt x="1605540" y="2088135"/>
                  <a:pt x="1805025" y="1932248"/>
                </a:cubicBezTo>
                <a:cubicBezTo>
                  <a:pt x="2078885" y="1718245"/>
                  <a:pt x="2347851" y="1542613"/>
                  <a:pt x="2347851" y="1169031"/>
                </a:cubicBezTo>
                <a:cubicBezTo>
                  <a:pt x="2347851" y="523372"/>
                  <a:pt x="1962032" y="0"/>
                  <a:pt x="1313677" y="0"/>
                </a:cubicBezTo>
                <a:lnTo>
                  <a:pt x="1313677" y="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 w="413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F08127CB-E3FE-4DDE-86C6-8448A8C38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1279" y="853059"/>
            <a:ext cx="2347850" cy="2231287"/>
          </a:xfrm>
          <a:custGeom>
            <a:avLst/>
            <a:gdLst>
              <a:gd name="connsiteX0" fmla="*/ 1313677 w 2347850"/>
              <a:gd name="connsiteY0" fmla="*/ 207407 h 2231287"/>
              <a:gd name="connsiteX1" fmla="*/ 1661416 w 2347850"/>
              <a:gd name="connsiteY1" fmla="*/ 279958 h 2231287"/>
              <a:gd name="connsiteX2" fmla="*/ 1915033 w 2347850"/>
              <a:gd name="connsiteY2" fmla="*/ 475709 h 2231287"/>
              <a:gd name="connsiteX3" fmla="*/ 2140444 w 2347850"/>
              <a:gd name="connsiteY3" fmla="*/ 1169031 h 2231287"/>
              <a:gd name="connsiteX4" fmla="*/ 2040017 w 2347850"/>
              <a:gd name="connsiteY4" fmla="*/ 1453386 h 2231287"/>
              <a:gd name="connsiteX5" fmla="*/ 1742678 w 2347850"/>
              <a:gd name="connsiteY5" fmla="*/ 1718162 h 2231287"/>
              <a:gd name="connsiteX6" fmla="*/ 1677303 w 2347850"/>
              <a:gd name="connsiteY6" fmla="*/ 1768811 h 2231287"/>
              <a:gd name="connsiteX7" fmla="*/ 1140118 w 2347850"/>
              <a:gd name="connsiteY7" fmla="*/ 2023881 h 2231287"/>
              <a:gd name="connsiteX8" fmla="*/ 432486 w 2347850"/>
              <a:gd name="connsiteY8" fmla="*/ 1609273 h 2231287"/>
              <a:gd name="connsiteX9" fmla="*/ 357072 w 2347850"/>
              <a:gd name="connsiteY9" fmla="*/ 1503205 h 2231287"/>
              <a:gd name="connsiteX10" fmla="*/ 207407 w 2347850"/>
              <a:gd name="connsiteY10" fmla="*/ 1169031 h 2231287"/>
              <a:gd name="connsiteX11" fmla="*/ 297837 w 2347850"/>
              <a:gd name="connsiteY11" fmla="*/ 809137 h 2231287"/>
              <a:gd name="connsiteX12" fmla="*/ 547223 w 2347850"/>
              <a:gd name="connsiteY12" fmla="*/ 499893 h 2231287"/>
              <a:gd name="connsiteX13" fmla="*/ 907780 w 2347850"/>
              <a:gd name="connsiteY13" fmla="*/ 285434 h 2231287"/>
              <a:gd name="connsiteX14" fmla="*/ 1313677 w 2347850"/>
              <a:gd name="connsiteY14" fmla="*/ 207407 h 2231287"/>
              <a:gd name="connsiteX15" fmla="*/ 1313677 w 2347850"/>
              <a:gd name="connsiteY15" fmla="*/ 0 h 2231287"/>
              <a:gd name="connsiteX16" fmla="*/ 0 w 2347850"/>
              <a:gd name="connsiteY16" fmla="*/ 1169031 h 2231287"/>
              <a:gd name="connsiteX17" fmla="*/ 260877 w 2347850"/>
              <a:gd name="connsiteY17" fmla="*/ 1725712 h 2231287"/>
              <a:gd name="connsiteX18" fmla="*/ 1140118 w 2347850"/>
              <a:gd name="connsiteY18" fmla="*/ 2231288 h 2231287"/>
              <a:gd name="connsiteX19" fmla="*/ 1805025 w 2347850"/>
              <a:gd name="connsiteY19" fmla="*/ 1932248 h 2231287"/>
              <a:gd name="connsiteX20" fmla="*/ 2347851 w 2347850"/>
              <a:gd name="connsiteY20" fmla="*/ 1169031 h 2231287"/>
              <a:gd name="connsiteX21" fmla="*/ 1313677 w 2347850"/>
              <a:gd name="connsiteY21" fmla="*/ 0 h 2231287"/>
              <a:gd name="connsiteX22" fmla="*/ 1313677 w 2347850"/>
              <a:gd name="connsiteY22" fmla="*/ 0 h 2231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347850" h="2231287">
                <a:moveTo>
                  <a:pt x="1313677" y="207407"/>
                </a:moveTo>
                <a:cubicBezTo>
                  <a:pt x="1440776" y="207407"/>
                  <a:pt x="1557753" y="231840"/>
                  <a:pt x="1661416" y="279958"/>
                </a:cubicBezTo>
                <a:cubicBezTo>
                  <a:pt x="1758565" y="325090"/>
                  <a:pt x="1843893" y="390963"/>
                  <a:pt x="1915033" y="475709"/>
                </a:cubicBezTo>
                <a:cubicBezTo>
                  <a:pt x="2060384" y="648978"/>
                  <a:pt x="2140444" y="895211"/>
                  <a:pt x="2140444" y="1169031"/>
                </a:cubicBezTo>
                <a:cubicBezTo>
                  <a:pt x="2140444" y="1278293"/>
                  <a:pt x="2109457" y="1365985"/>
                  <a:pt x="2040017" y="1453386"/>
                </a:cubicBezTo>
                <a:cubicBezTo>
                  <a:pt x="1967383" y="1544811"/>
                  <a:pt x="1858245" y="1629019"/>
                  <a:pt x="1742678" y="1718162"/>
                </a:cubicBezTo>
                <a:cubicBezTo>
                  <a:pt x="1721356" y="1734589"/>
                  <a:pt x="1699330" y="1751596"/>
                  <a:pt x="1677303" y="1768811"/>
                </a:cubicBezTo>
                <a:cubicBezTo>
                  <a:pt x="1480142" y="1922873"/>
                  <a:pt x="1336242" y="2023881"/>
                  <a:pt x="1140118" y="2023881"/>
                </a:cubicBezTo>
                <a:cubicBezTo>
                  <a:pt x="841286" y="2023881"/>
                  <a:pt x="629647" y="1899893"/>
                  <a:pt x="432486" y="1609273"/>
                </a:cubicBezTo>
                <a:cubicBezTo>
                  <a:pt x="406684" y="1571235"/>
                  <a:pt x="381464" y="1536639"/>
                  <a:pt x="357072" y="1503205"/>
                </a:cubicBezTo>
                <a:cubicBezTo>
                  <a:pt x="255982" y="1364616"/>
                  <a:pt x="207407" y="1292521"/>
                  <a:pt x="207407" y="1169031"/>
                </a:cubicBezTo>
                <a:cubicBezTo>
                  <a:pt x="207407" y="1046453"/>
                  <a:pt x="237855" y="925369"/>
                  <a:pt x="297837" y="809137"/>
                </a:cubicBezTo>
                <a:cubicBezTo>
                  <a:pt x="356533" y="695437"/>
                  <a:pt x="440450" y="591360"/>
                  <a:pt x="547223" y="499893"/>
                </a:cubicBezTo>
                <a:cubicBezTo>
                  <a:pt x="652172" y="409961"/>
                  <a:pt x="776823" y="335792"/>
                  <a:pt x="907780" y="285434"/>
                </a:cubicBezTo>
                <a:cubicBezTo>
                  <a:pt x="1042305" y="233624"/>
                  <a:pt x="1178903" y="207407"/>
                  <a:pt x="1313677" y="207407"/>
                </a:cubicBezTo>
                <a:moveTo>
                  <a:pt x="1313677" y="0"/>
                </a:moveTo>
                <a:cubicBezTo>
                  <a:pt x="661505" y="0"/>
                  <a:pt x="0" y="523372"/>
                  <a:pt x="0" y="1169031"/>
                </a:cubicBezTo>
                <a:cubicBezTo>
                  <a:pt x="0" y="1411158"/>
                  <a:pt x="134276" y="1539128"/>
                  <a:pt x="260877" y="1725712"/>
                </a:cubicBezTo>
                <a:cubicBezTo>
                  <a:pt x="471852" y="2036698"/>
                  <a:pt x="734927" y="2231288"/>
                  <a:pt x="1140118" y="2231288"/>
                </a:cubicBezTo>
                <a:cubicBezTo>
                  <a:pt x="1413356" y="2231288"/>
                  <a:pt x="1605540" y="2088135"/>
                  <a:pt x="1805025" y="1932248"/>
                </a:cubicBezTo>
                <a:cubicBezTo>
                  <a:pt x="2078885" y="1718245"/>
                  <a:pt x="2347851" y="1542613"/>
                  <a:pt x="2347851" y="1169031"/>
                </a:cubicBezTo>
                <a:cubicBezTo>
                  <a:pt x="2347851" y="523372"/>
                  <a:pt x="1962032" y="0"/>
                  <a:pt x="1313677" y="0"/>
                </a:cubicBezTo>
                <a:lnTo>
                  <a:pt x="1313677" y="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 w="413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36C4F2D5-541D-4032-8CC7-49992771D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5058" y="853059"/>
            <a:ext cx="2354072" cy="2246726"/>
          </a:xfrm>
          <a:custGeom>
            <a:avLst/>
            <a:gdLst>
              <a:gd name="connsiteX0" fmla="*/ 0 w 2360305"/>
              <a:gd name="connsiteY0" fmla="*/ 1176076 h 2262110"/>
              <a:gd name="connsiteX1" fmla="*/ 23022 w 2360305"/>
              <a:gd name="connsiteY1" fmla="*/ 955271 h 2262110"/>
              <a:gd name="connsiteX2" fmla="*/ 92213 w 2360305"/>
              <a:gd name="connsiteY2" fmla="*/ 743715 h 2262110"/>
              <a:gd name="connsiteX3" fmla="*/ 351638 w 2360305"/>
              <a:gd name="connsiteY3" fmla="*/ 384444 h 2262110"/>
              <a:gd name="connsiteX4" fmla="*/ 523662 w 2360305"/>
              <a:gd name="connsiteY4" fmla="*/ 243698 h 2262110"/>
              <a:gd name="connsiteX5" fmla="*/ 715929 w 2360305"/>
              <a:gd name="connsiteY5" fmla="*/ 131946 h 2262110"/>
              <a:gd name="connsiteX6" fmla="*/ 1142731 w 2360305"/>
              <a:gd name="connsiteY6" fmla="*/ 8705 h 2262110"/>
              <a:gd name="connsiteX7" fmla="*/ 1366109 w 2360305"/>
              <a:gd name="connsiteY7" fmla="*/ 2192 h 2262110"/>
              <a:gd name="connsiteX8" fmla="*/ 1587579 w 2360305"/>
              <a:gd name="connsiteY8" fmla="*/ 36581 h 2262110"/>
              <a:gd name="connsiteX9" fmla="*/ 1798304 w 2360305"/>
              <a:gd name="connsiteY9" fmla="*/ 116391 h 2262110"/>
              <a:gd name="connsiteX10" fmla="*/ 1985013 w 2360305"/>
              <a:gd name="connsiteY10" fmla="*/ 243283 h 2262110"/>
              <a:gd name="connsiteX11" fmla="*/ 2134304 w 2360305"/>
              <a:gd name="connsiteY11" fmla="*/ 411407 h 2262110"/>
              <a:gd name="connsiteX12" fmla="*/ 2150399 w 2360305"/>
              <a:gd name="connsiteY12" fmla="*/ 434388 h 2262110"/>
              <a:gd name="connsiteX13" fmla="*/ 2165830 w 2360305"/>
              <a:gd name="connsiteY13" fmla="*/ 457783 h 2262110"/>
              <a:gd name="connsiteX14" fmla="*/ 2180805 w 2360305"/>
              <a:gd name="connsiteY14" fmla="*/ 481428 h 2262110"/>
              <a:gd name="connsiteX15" fmla="*/ 2195241 w 2360305"/>
              <a:gd name="connsiteY15" fmla="*/ 505404 h 2262110"/>
              <a:gd name="connsiteX16" fmla="*/ 2247964 w 2360305"/>
              <a:gd name="connsiteY16" fmla="*/ 604047 h 2262110"/>
              <a:gd name="connsiteX17" fmla="*/ 2320141 w 2360305"/>
              <a:gd name="connsiteY17" fmla="*/ 814773 h 2262110"/>
              <a:gd name="connsiteX18" fmla="*/ 2337066 w 2360305"/>
              <a:gd name="connsiteY18" fmla="*/ 924408 h 2262110"/>
              <a:gd name="connsiteX19" fmla="*/ 2348058 w 2360305"/>
              <a:gd name="connsiteY19" fmla="*/ 1034127 h 2262110"/>
              <a:gd name="connsiteX20" fmla="*/ 2356811 w 2360305"/>
              <a:gd name="connsiteY20" fmla="*/ 1143845 h 2262110"/>
              <a:gd name="connsiteX21" fmla="*/ 2358595 w 2360305"/>
              <a:gd name="connsiteY21" fmla="*/ 1171348 h 2262110"/>
              <a:gd name="connsiteX22" fmla="*/ 2359383 w 2360305"/>
              <a:gd name="connsiteY22" fmla="*/ 1185493 h 2262110"/>
              <a:gd name="connsiteX23" fmla="*/ 2359963 w 2360305"/>
              <a:gd name="connsiteY23" fmla="*/ 1199887 h 2262110"/>
              <a:gd name="connsiteX24" fmla="*/ 2359175 w 2360305"/>
              <a:gd name="connsiteY24" fmla="*/ 1257878 h 2262110"/>
              <a:gd name="connsiteX25" fmla="*/ 2300106 w 2360305"/>
              <a:gd name="connsiteY25" fmla="*/ 1485653 h 2262110"/>
              <a:gd name="connsiteX26" fmla="*/ 2168817 w 2360305"/>
              <a:gd name="connsiteY26" fmla="*/ 1679081 h 2262110"/>
              <a:gd name="connsiteX27" fmla="*/ 2088799 w 2360305"/>
              <a:gd name="connsiteY27" fmla="*/ 1759721 h 2262110"/>
              <a:gd name="connsiteX28" fmla="*/ 2005380 w 2360305"/>
              <a:gd name="connsiteY28" fmla="*/ 1833018 h 2262110"/>
              <a:gd name="connsiteX29" fmla="*/ 1835928 w 2360305"/>
              <a:gd name="connsiteY29" fmla="*/ 1965095 h 2262110"/>
              <a:gd name="connsiteX30" fmla="*/ 1793285 w 2360305"/>
              <a:gd name="connsiteY30" fmla="*/ 1997326 h 2262110"/>
              <a:gd name="connsiteX31" fmla="*/ 1749481 w 2360305"/>
              <a:gd name="connsiteY31" fmla="*/ 2029765 h 2262110"/>
              <a:gd name="connsiteX32" fmla="*/ 1704598 w 2360305"/>
              <a:gd name="connsiteY32" fmla="*/ 2061789 h 2262110"/>
              <a:gd name="connsiteX33" fmla="*/ 1658304 w 2360305"/>
              <a:gd name="connsiteY33" fmla="*/ 2092900 h 2262110"/>
              <a:gd name="connsiteX34" fmla="*/ 1561113 w 2360305"/>
              <a:gd name="connsiteY34" fmla="*/ 2151306 h 2262110"/>
              <a:gd name="connsiteX35" fmla="*/ 1456580 w 2360305"/>
              <a:gd name="connsiteY35" fmla="*/ 2200959 h 2262110"/>
              <a:gd name="connsiteX36" fmla="*/ 1229096 w 2360305"/>
              <a:gd name="connsiteY36" fmla="*/ 2258079 h 2262110"/>
              <a:gd name="connsiteX37" fmla="*/ 1170524 w 2360305"/>
              <a:gd name="connsiteY37" fmla="*/ 2261771 h 2262110"/>
              <a:gd name="connsiteX38" fmla="*/ 1155881 w 2360305"/>
              <a:gd name="connsiteY38" fmla="*/ 2262103 h 2262110"/>
              <a:gd name="connsiteX39" fmla="*/ 1141280 w 2360305"/>
              <a:gd name="connsiteY39" fmla="*/ 2262020 h 2262110"/>
              <a:gd name="connsiteX40" fmla="*/ 1126720 w 2360305"/>
              <a:gd name="connsiteY40" fmla="*/ 2261854 h 2262110"/>
              <a:gd name="connsiteX41" fmla="*/ 1112574 w 2360305"/>
              <a:gd name="connsiteY41" fmla="*/ 2261314 h 2262110"/>
              <a:gd name="connsiteX42" fmla="*/ 999579 w 2360305"/>
              <a:gd name="connsiteY42" fmla="*/ 2252313 h 2262110"/>
              <a:gd name="connsiteX43" fmla="*/ 887289 w 2360305"/>
              <a:gd name="connsiteY43" fmla="*/ 2232485 h 2262110"/>
              <a:gd name="connsiteX44" fmla="*/ 776989 w 2360305"/>
              <a:gd name="connsiteY44" fmla="*/ 2201415 h 2262110"/>
              <a:gd name="connsiteX45" fmla="*/ 565849 w 2360305"/>
              <a:gd name="connsiteY45" fmla="*/ 2107999 h 2262110"/>
              <a:gd name="connsiteX46" fmla="*/ 387893 w 2360305"/>
              <a:gd name="connsiteY46" fmla="*/ 1962565 h 2262110"/>
              <a:gd name="connsiteX47" fmla="*/ 315757 w 2360305"/>
              <a:gd name="connsiteY47" fmla="*/ 1875039 h 2262110"/>
              <a:gd name="connsiteX48" fmla="*/ 252747 w 2360305"/>
              <a:gd name="connsiteY48" fmla="*/ 1782369 h 2262110"/>
              <a:gd name="connsiteX49" fmla="*/ 238021 w 2360305"/>
              <a:gd name="connsiteY49" fmla="*/ 1758766 h 2262110"/>
              <a:gd name="connsiteX50" fmla="*/ 223958 w 2360305"/>
              <a:gd name="connsiteY50" fmla="*/ 1735869 h 2262110"/>
              <a:gd name="connsiteX51" fmla="*/ 196207 w 2360305"/>
              <a:gd name="connsiteY51" fmla="*/ 1691484 h 2262110"/>
              <a:gd name="connsiteX52" fmla="*/ 138714 w 2360305"/>
              <a:gd name="connsiteY52" fmla="*/ 1600805 h 2262110"/>
              <a:gd name="connsiteX53" fmla="*/ 82590 w 2360305"/>
              <a:gd name="connsiteY53" fmla="*/ 1504942 h 2262110"/>
              <a:gd name="connsiteX54" fmla="*/ 57286 w 2360305"/>
              <a:gd name="connsiteY54" fmla="*/ 1454127 h 2262110"/>
              <a:gd name="connsiteX55" fmla="*/ 35799 w 2360305"/>
              <a:gd name="connsiteY55" fmla="*/ 1400947 h 2262110"/>
              <a:gd name="connsiteX56" fmla="*/ 19330 w 2360305"/>
              <a:gd name="connsiteY56" fmla="*/ 1345777 h 2262110"/>
              <a:gd name="connsiteX57" fmla="*/ 13191 w 2360305"/>
              <a:gd name="connsiteY57" fmla="*/ 1317653 h 2262110"/>
              <a:gd name="connsiteX58" fmla="*/ 10495 w 2360305"/>
              <a:gd name="connsiteY58" fmla="*/ 1303549 h 2262110"/>
              <a:gd name="connsiteX59" fmla="*/ 8255 w 2360305"/>
              <a:gd name="connsiteY59" fmla="*/ 1289404 h 2262110"/>
              <a:gd name="connsiteX60" fmla="*/ 0 w 2360305"/>
              <a:gd name="connsiteY60" fmla="*/ 1176076 h 2262110"/>
              <a:gd name="connsiteX61" fmla="*/ 67573 w 2360305"/>
              <a:gd name="connsiteY61" fmla="*/ 1176076 h 2262110"/>
              <a:gd name="connsiteX62" fmla="*/ 79105 w 2360305"/>
              <a:gd name="connsiteY62" fmla="*/ 1275715 h 2262110"/>
              <a:gd name="connsiteX63" fmla="*/ 113161 w 2360305"/>
              <a:gd name="connsiteY63" fmla="*/ 1368924 h 2262110"/>
              <a:gd name="connsiteX64" fmla="*/ 136930 w 2360305"/>
              <a:gd name="connsiteY64" fmla="*/ 1412811 h 2262110"/>
              <a:gd name="connsiteX65" fmla="*/ 164225 w 2360305"/>
              <a:gd name="connsiteY65" fmla="*/ 1455288 h 2262110"/>
              <a:gd name="connsiteX66" fmla="*/ 227277 w 2360305"/>
              <a:gd name="connsiteY66" fmla="*/ 1537380 h 2262110"/>
              <a:gd name="connsiteX67" fmla="*/ 295514 w 2360305"/>
              <a:gd name="connsiteY67" fmla="*/ 1620094 h 2262110"/>
              <a:gd name="connsiteX68" fmla="*/ 329446 w 2360305"/>
              <a:gd name="connsiteY68" fmla="*/ 1663276 h 2262110"/>
              <a:gd name="connsiteX69" fmla="*/ 345748 w 2360305"/>
              <a:gd name="connsiteY69" fmla="*/ 1684473 h 2262110"/>
              <a:gd name="connsiteX70" fmla="*/ 361718 w 2360305"/>
              <a:gd name="connsiteY70" fmla="*/ 1704758 h 2262110"/>
              <a:gd name="connsiteX71" fmla="*/ 498939 w 2360305"/>
              <a:gd name="connsiteY71" fmla="*/ 1854672 h 2262110"/>
              <a:gd name="connsiteX72" fmla="*/ 571905 w 2360305"/>
              <a:gd name="connsiteY72" fmla="*/ 1922121 h 2262110"/>
              <a:gd name="connsiteX73" fmla="*/ 648314 w 2360305"/>
              <a:gd name="connsiteY73" fmla="*/ 1984301 h 2262110"/>
              <a:gd name="connsiteX74" fmla="*/ 819010 w 2360305"/>
              <a:gd name="connsiteY74" fmla="*/ 2082654 h 2262110"/>
              <a:gd name="connsiteX75" fmla="*/ 914500 w 2360305"/>
              <a:gd name="connsiteY75" fmla="*/ 2110446 h 2262110"/>
              <a:gd name="connsiteX76" fmla="*/ 938974 w 2360305"/>
              <a:gd name="connsiteY76" fmla="*/ 2115341 h 2262110"/>
              <a:gd name="connsiteX77" fmla="*/ 963656 w 2360305"/>
              <a:gd name="connsiteY77" fmla="*/ 2119448 h 2262110"/>
              <a:gd name="connsiteX78" fmla="*/ 1013475 w 2360305"/>
              <a:gd name="connsiteY78" fmla="*/ 2125338 h 2262110"/>
              <a:gd name="connsiteX79" fmla="*/ 1038530 w 2360305"/>
              <a:gd name="connsiteY79" fmla="*/ 2127246 h 2262110"/>
              <a:gd name="connsiteX80" fmla="*/ 1063668 w 2360305"/>
              <a:gd name="connsiteY80" fmla="*/ 2128574 h 2262110"/>
              <a:gd name="connsiteX81" fmla="*/ 1088888 w 2360305"/>
              <a:gd name="connsiteY81" fmla="*/ 2129155 h 2262110"/>
              <a:gd name="connsiteX82" fmla="*/ 1114151 w 2360305"/>
              <a:gd name="connsiteY82" fmla="*/ 2129030 h 2262110"/>
              <a:gd name="connsiteX83" fmla="*/ 1126803 w 2360305"/>
              <a:gd name="connsiteY83" fmla="*/ 2128906 h 2262110"/>
              <a:gd name="connsiteX84" fmla="*/ 1138998 w 2360305"/>
              <a:gd name="connsiteY84" fmla="*/ 2128366 h 2262110"/>
              <a:gd name="connsiteX85" fmla="*/ 1151152 w 2360305"/>
              <a:gd name="connsiteY85" fmla="*/ 2127744 h 2262110"/>
              <a:gd name="connsiteX86" fmla="*/ 1163265 w 2360305"/>
              <a:gd name="connsiteY86" fmla="*/ 2126749 h 2262110"/>
              <a:gd name="connsiteX87" fmla="*/ 1211300 w 2360305"/>
              <a:gd name="connsiteY87" fmla="*/ 2120817 h 2262110"/>
              <a:gd name="connsiteX88" fmla="*/ 1394275 w 2360305"/>
              <a:gd name="connsiteY88" fmla="*/ 2060752 h 2262110"/>
              <a:gd name="connsiteX89" fmla="*/ 1563312 w 2360305"/>
              <a:gd name="connsiteY89" fmla="*/ 1955430 h 2262110"/>
              <a:gd name="connsiteX90" fmla="*/ 1604296 w 2360305"/>
              <a:gd name="connsiteY90" fmla="*/ 1924485 h 2262110"/>
              <a:gd name="connsiteX91" fmla="*/ 1645279 w 2360305"/>
              <a:gd name="connsiteY91" fmla="*/ 1892503 h 2262110"/>
              <a:gd name="connsiteX92" fmla="*/ 1728284 w 2360305"/>
              <a:gd name="connsiteY92" fmla="*/ 1826132 h 2262110"/>
              <a:gd name="connsiteX93" fmla="*/ 1898897 w 2360305"/>
              <a:gd name="connsiteY93" fmla="*/ 1697664 h 2262110"/>
              <a:gd name="connsiteX94" fmla="*/ 2057854 w 2360305"/>
              <a:gd name="connsiteY94" fmla="*/ 1569901 h 2262110"/>
              <a:gd name="connsiteX95" fmla="*/ 2184953 w 2360305"/>
              <a:gd name="connsiteY95" fmla="*/ 1423472 h 2262110"/>
              <a:gd name="connsiteX96" fmla="*/ 2228260 w 2360305"/>
              <a:gd name="connsiteY96" fmla="*/ 1338352 h 2262110"/>
              <a:gd name="connsiteX97" fmla="*/ 2254642 w 2360305"/>
              <a:gd name="connsiteY97" fmla="*/ 1245350 h 2262110"/>
              <a:gd name="connsiteX98" fmla="*/ 2261943 w 2360305"/>
              <a:gd name="connsiteY98" fmla="*/ 1196568 h 2262110"/>
              <a:gd name="connsiteX99" fmla="*/ 2263146 w 2360305"/>
              <a:gd name="connsiteY99" fmla="*/ 1184207 h 2262110"/>
              <a:gd name="connsiteX100" fmla="*/ 2264058 w 2360305"/>
              <a:gd name="connsiteY100" fmla="*/ 1171596 h 2262110"/>
              <a:gd name="connsiteX101" fmla="*/ 2265386 w 2360305"/>
              <a:gd name="connsiteY101" fmla="*/ 1145546 h 2262110"/>
              <a:gd name="connsiteX102" fmla="*/ 2263104 w 2360305"/>
              <a:gd name="connsiteY102" fmla="*/ 1041386 h 2262110"/>
              <a:gd name="connsiteX103" fmla="*/ 2248461 w 2360305"/>
              <a:gd name="connsiteY103" fmla="*/ 938512 h 2262110"/>
              <a:gd name="connsiteX104" fmla="*/ 2223614 w 2360305"/>
              <a:gd name="connsiteY104" fmla="*/ 838127 h 2262110"/>
              <a:gd name="connsiteX105" fmla="*/ 2159442 w 2360305"/>
              <a:gd name="connsiteY105" fmla="*/ 643371 h 2262110"/>
              <a:gd name="connsiteX106" fmla="*/ 2115721 w 2360305"/>
              <a:gd name="connsiteY106" fmla="*/ 550909 h 2262110"/>
              <a:gd name="connsiteX107" fmla="*/ 2102986 w 2360305"/>
              <a:gd name="connsiteY107" fmla="*/ 528758 h 2262110"/>
              <a:gd name="connsiteX108" fmla="*/ 2089587 w 2360305"/>
              <a:gd name="connsiteY108" fmla="*/ 507022 h 2262110"/>
              <a:gd name="connsiteX109" fmla="*/ 2075401 w 2360305"/>
              <a:gd name="connsiteY109" fmla="*/ 485783 h 2262110"/>
              <a:gd name="connsiteX110" fmla="*/ 2060592 w 2360305"/>
              <a:gd name="connsiteY110" fmla="*/ 465001 h 2262110"/>
              <a:gd name="connsiteX111" fmla="*/ 1920384 w 2360305"/>
              <a:gd name="connsiteY111" fmla="*/ 318696 h 2262110"/>
              <a:gd name="connsiteX112" fmla="*/ 1751596 w 2360305"/>
              <a:gd name="connsiteY112" fmla="*/ 208438 h 2262110"/>
              <a:gd name="connsiteX113" fmla="*/ 1561653 w 2360305"/>
              <a:gd name="connsiteY113" fmla="*/ 139206 h 2262110"/>
              <a:gd name="connsiteX114" fmla="*/ 1360094 w 2360305"/>
              <a:gd name="connsiteY114" fmla="*/ 110501 h 2262110"/>
              <a:gd name="connsiteX115" fmla="*/ 1155840 w 2360305"/>
              <a:gd name="connsiteY115" fmla="*/ 117801 h 2262110"/>
              <a:gd name="connsiteX116" fmla="*/ 955360 w 2360305"/>
              <a:gd name="connsiteY116" fmla="*/ 159946 h 2262110"/>
              <a:gd name="connsiteX117" fmla="*/ 763591 w 2360305"/>
              <a:gd name="connsiteY117" fmla="*/ 233286 h 2262110"/>
              <a:gd name="connsiteX118" fmla="*/ 420912 w 2360305"/>
              <a:gd name="connsiteY118" fmla="*/ 458613 h 2262110"/>
              <a:gd name="connsiteX119" fmla="*/ 280830 w 2360305"/>
              <a:gd name="connsiteY119" fmla="*/ 608983 h 2262110"/>
              <a:gd name="connsiteX120" fmla="*/ 170074 w 2360305"/>
              <a:gd name="connsiteY120" fmla="*/ 781671 h 2262110"/>
              <a:gd name="connsiteX121" fmla="*/ 94910 w 2360305"/>
              <a:gd name="connsiteY121" fmla="*/ 972568 h 2262110"/>
              <a:gd name="connsiteX122" fmla="*/ 67573 w 2360305"/>
              <a:gd name="connsiteY122" fmla="*/ 1176076 h 2262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2360305" h="2262110">
                <a:moveTo>
                  <a:pt x="0" y="1176076"/>
                </a:moveTo>
                <a:cubicBezTo>
                  <a:pt x="207" y="1102032"/>
                  <a:pt x="7923" y="1027988"/>
                  <a:pt x="23022" y="955271"/>
                </a:cubicBezTo>
                <a:cubicBezTo>
                  <a:pt x="38080" y="882595"/>
                  <a:pt x="61144" y="811330"/>
                  <a:pt x="92213" y="743715"/>
                </a:cubicBezTo>
                <a:cubicBezTo>
                  <a:pt x="154643" y="608486"/>
                  <a:pt x="245114" y="487484"/>
                  <a:pt x="351638" y="384444"/>
                </a:cubicBezTo>
                <a:cubicBezTo>
                  <a:pt x="405025" y="332924"/>
                  <a:pt x="462726" y="285926"/>
                  <a:pt x="523662" y="243698"/>
                </a:cubicBezTo>
                <a:cubicBezTo>
                  <a:pt x="584681" y="201511"/>
                  <a:pt x="648895" y="163929"/>
                  <a:pt x="715929" y="131946"/>
                </a:cubicBezTo>
                <a:cubicBezTo>
                  <a:pt x="850163" y="68438"/>
                  <a:pt x="994684" y="26459"/>
                  <a:pt x="1142731" y="8705"/>
                </a:cubicBezTo>
                <a:cubicBezTo>
                  <a:pt x="1216734" y="-48"/>
                  <a:pt x="1291816" y="-2163"/>
                  <a:pt x="1366109" y="2192"/>
                </a:cubicBezTo>
                <a:cubicBezTo>
                  <a:pt x="1440527" y="6714"/>
                  <a:pt x="1514903" y="17789"/>
                  <a:pt x="1587579" y="36581"/>
                </a:cubicBezTo>
                <a:cubicBezTo>
                  <a:pt x="1660254" y="55330"/>
                  <a:pt x="1731229" y="81878"/>
                  <a:pt x="1798304" y="116391"/>
                </a:cubicBezTo>
                <a:cubicBezTo>
                  <a:pt x="1865297" y="150903"/>
                  <a:pt x="1928722" y="193090"/>
                  <a:pt x="1985013" y="243283"/>
                </a:cubicBezTo>
                <a:cubicBezTo>
                  <a:pt x="2041344" y="293434"/>
                  <a:pt x="2090873" y="350554"/>
                  <a:pt x="2134304" y="411407"/>
                </a:cubicBezTo>
                <a:lnTo>
                  <a:pt x="2150399" y="434388"/>
                </a:lnTo>
                <a:lnTo>
                  <a:pt x="2165830" y="457783"/>
                </a:lnTo>
                <a:cubicBezTo>
                  <a:pt x="2170808" y="465665"/>
                  <a:pt x="2175910" y="473505"/>
                  <a:pt x="2180805" y="481428"/>
                </a:cubicBezTo>
                <a:lnTo>
                  <a:pt x="2195241" y="505404"/>
                </a:lnTo>
                <a:cubicBezTo>
                  <a:pt x="2214115" y="537594"/>
                  <a:pt x="2231910" y="570406"/>
                  <a:pt x="2247964" y="604047"/>
                </a:cubicBezTo>
                <a:cubicBezTo>
                  <a:pt x="2280153" y="671330"/>
                  <a:pt x="2304959" y="742139"/>
                  <a:pt x="2320141" y="814773"/>
                </a:cubicBezTo>
                <a:cubicBezTo>
                  <a:pt x="2327691" y="851111"/>
                  <a:pt x="2332959" y="887739"/>
                  <a:pt x="2337066" y="924408"/>
                </a:cubicBezTo>
                <a:cubicBezTo>
                  <a:pt x="2341255" y="961037"/>
                  <a:pt x="2344615" y="997623"/>
                  <a:pt x="2348058" y="1034127"/>
                </a:cubicBezTo>
                <a:cubicBezTo>
                  <a:pt x="2351336" y="1070672"/>
                  <a:pt x="2354239" y="1107217"/>
                  <a:pt x="2356811" y="1143845"/>
                </a:cubicBezTo>
                <a:lnTo>
                  <a:pt x="2358595" y="1171348"/>
                </a:lnTo>
                <a:cubicBezTo>
                  <a:pt x="2358926" y="1175869"/>
                  <a:pt x="2359134" y="1180722"/>
                  <a:pt x="2359383" y="1185493"/>
                </a:cubicBezTo>
                <a:cubicBezTo>
                  <a:pt x="2359632" y="1190263"/>
                  <a:pt x="2359881" y="1195075"/>
                  <a:pt x="2359963" y="1199887"/>
                </a:cubicBezTo>
                <a:cubicBezTo>
                  <a:pt x="2360586" y="1219093"/>
                  <a:pt x="2360378" y="1238465"/>
                  <a:pt x="2359175" y="1257878"/>
                </a:cubicBezTo>
                <a:cubicBezTo>
                  <a:pt x="2354695" y="1335573"/>
                  <a:pt x="2333830" y="1413848"/>
                  <a:pt x="2300106" y="1485653"/>
                </a:cubicBezTo>
                <a:cubicBezTo>
                  <a:pt x="2266464" y="1557664"/>
                  <a:pt x="2220088" y="1622293"/>
                  <a:pt x="2168817" y="1679081"/>
                </a:cubicBezTo>
                <a:cubicBezTo>
                  <a:pt x="2143181" y="1707578"/>
                  <a:pt x="2116260" y="1734292"/>
                  <a:pt x="2088799" y="1759721"/>
                </a:cubicBezTo>
                <a:cubicBezTo>
                  <a:pt x="2061338" y="1785149"/>
                  <a:pt x="2033504" y="1809623"/>
                  <a:pt x="2005380" y="1833018"/>
                </a:cubicBezTo>
                <a:cubicBezTo>
                  <a:pt x="1949256" y="1880017"/>
                  <a:pt x="1891887" y="1922867"/>
                  <a:pt x="1835928" y="1965095"/>
                </a:cubicBezTo>
                <a:lnTo>
                  <a:pt x="1793285" y="1997326"/>
                </a:lnTo>
                <a:cubicBezTo>
                  <a:pt x="1778850" y="2008153"/>
                  <a:pt x="1764290" y="2019063"/>
                  <a:pt x="1749481" y="2029765"/>
                </a:cubicBezTo>
                <a:cubicBezTo>
                  <a:pt x="1734713" y="2040509"/>
                  <a:pt x="1719780" y="2051211"/>
                  <a:pt x="1704598" y="2061789"/>
                </a:cubicBezTo>
                <a:cubicBezTo>
                  <a:pt x="1689374" y="2072283"/>
                  <a:pt x="1674026" y="2082695"/>
                  <a:pt x="1658304" y="2092900"/>
                </a:cubicBezTo>
                <a:cubicBezTo>
                  <a:pt x="1627028" y="2113350"/>
                  <a:pt x="1594755" y="2133178"/>
                  <a:pt x="1561113" y="2151306"/>
                </a:cubicBezTo>
                <a:cubicBezTo>
                  <a:pt x="1527513" y="2169516"/>
                  <a:pt x="1492752" y="2186440"/>
                  <a:pt x="1456580" y="2200959"/>
                </a:cubicBezTo>
                <a:cubicBezTo>
                  <a:pt x="1384568" y="2230411"/>
                  <a:pt x="1307205" y="2250280"/>
                  <a:pt x="1229096" y="2258079"/>
                </a:cubicBezTo>
                <a:cubicBezTo>
                  <a:pt x="1209558" y="2259946"/>
                  <a:pt x="1190020" y="2261356"/>
                  <a:pt x="1170524" y="2261771"/>
                </a:cubicBezTo>
                <a:lnTo>
                  <a:pt x="1155881" y="2262103"/>
                </a:lnTo>
                <a:cubicBezTo>
                  <a:pt x="1151028" y="2262144"/>
                  <a:pt x="1146133" y="2262020"/>
                  <a:pt x="1141280" y="2262020"/>
                </a:cubicBezTo>
                <a:lnTo>
                  <a:pt x="1126720" y="2261854"/>
                </a:lnTo>
                <a:lnTo>
                  <a:pt x="1112574" y="2261314"/>
                </a:lnTo>
                <a:cubicBezTo>
                  <a:pt x="1074909" y="2260112"/>
                  <a:pt x="1037161" y="2257125"/>
                  <a:pt x="999579" y="2252313"/>
                </a:cubicBezTo>
                <a:cubicBezTo>
                  <a:pt x="961955" y="2247750"/>
                  <a:pt x="924414" y="2241196"/>
                  <a:pt x="887289" y="2232485"/>
                </a:cubicBezTo>
                <a:cubicBezTo>
                  <a:pt x="850204" y="2223691"/>
                  <a:pt x="813410" y="2213279"/>
                  <a:pt x="776989" y="2201415"/>
                </a:cubicBezTo>
                <a:cubicBezTo>
                  <a:pt x="704272" y="2177481"/>
                  <a:pt x="632385" y="2147697"/>
                  <a:pt x="565849" y="2107999"/>
                </a:cubicBezTo>
                <a:cubicBezTo>
                  <a:pt x="499271" y="2068384"/>
                  <a:pt x="439828" y="2018150"/>
                  <a:pt x="387893" y="1962565"/>
                </a:cubicBezTo>
                <a:cubicBezTo>
                  <a:pt x="361801" y="1934814"/>
                  <a:pt x="338074" y="1905279"/>
                  <a:pt x="315757" y="1875039"/>
                </a:cubicBezTo>
                <a:cubicBezTo>
                  <a:pt x="293564" y="1844675"/>
                  <a:pt x="272450" y="1813854"/>
                  <a:pt x="252747" y="1782369"/>
                </a:cubicBezTo>
                <a:cubicBezTo>
                  <a:pt x="247686" y="1774571"/>
                  <a:pt x="242915" y="1766648"/>
                  <a:pt x="238021" y="1758766"/>
                </a:cubicBezTo>
                <a:lnTo>
                  <a:pt x="223958" y="1735869"/>
                </a:lnTo>
                <a:cubicBezTo>
                  <a:pt x="214957" y="1721060"/>
                  <a:pt x="205624" y="1706376"/>
                  <a:pt x="196207" y="1691484"/>
                </a:cubicBezTo>
                <a:lnTo>
                  <a:pt x="138714" y="1600805"/>
                </a:lnTo>
                <a:cubicBezTo>
                  <a:pt x="119425" y="1569901"/>
                  <a:pt x="100385" y="1538085"/>
                  <a:pt x="82590" y="1504942"/>
                </a:cubicBezTo>
                <a:cubicBezTo>
                  <a:pt x="73713" y="1488349"/>
                  <a:pt x="65126" y="1471466"/>
                  <a:pt x="57286" y="1454127"/>
                </a:cubicBezTo>
                <a:cubicBezTo>
                  <a:pt x="49487" y="1436746"/>
                  <a:pt x="42228" y="1419033"/>
                  <a:pt x="35799" y="1400947"/>
                </a:cubicBezTo>
                <a:cubicBezTo>
                  <a:pt x="29493" y="1382820"/>
                  <a:pt x="23893" y="1364444"/>
                  <a:pt x="19330" y="1345777"/>
                </a:cubicBezTo>
                <a:cubicBezTo>
                  <a:pt x="17173" y="1336444"/>
                  <a:pt x="14975" y="1327069"/>
                  <a:pt x="13191" y="1317653"/>
                </a:cubicBezTo>
                <a:lnTo>
                  <a:pt x="10495" y="1303549"/>
                </a:lnTo>
                <a:lnTo>
                  <a:pt x="8255" y="1289404"/>
                </a:lnTo>
                <a:cubicBezTo>
                  <a:pt x="2447" y="1251656"/>
                  <a:pt x="0" y="1213700"/>
                  <a:pt x="0" y="1176076"/>
                </a:cubicBezTo>
                <a:close/>
                <a:moveTo>
                  <a:pt x="67573" y="1176076"/>
                </a:moveTo>
                <a:cubicBezTo>
                  <a:pt x="67947" y="1209842"/>
                  <a:pt x="71265" y="1243359"/>
                  <a:pt x="79105" y="1275715"/>
                </a:cubicBezTo>
                <a:cubicBezTo>
                  <a:pt x="86821" y="1308112"/>
                  <a:pt x="98809" y="1339099"/>
                  <a:pt x="113161" y="1368924"/>
                </a:cubicBezTo>
                <a:cubicBezTo>
                  <a:pt x="120421" y="1383816"/>
                  <a:pt x="128468" y="1398417"/>
                  <a:pt x="136930" y="1412811"/>
                </a:cubicBezTo>
                <a:cubicBezTo>
                  <a:pt x="145517" y="1427164"/>
                  <a:pt x="154684" y="1441309"/>
                  <a:pt x="164225" y="1455288"/>
                </a:cubicBezTo>
                <a:cubicBezTo>
                  <a:pt x="183555" y="1483164"/>
                  <a:pt x="205043" y="1510210"/>
                  <a:pt x="227277" y="1537380"/>
                </a:cubicBezTo>
                <a:cubicBezTo>
                  <a:pt x="249511" y="1564592"/>
                  <a:pt x="272741" y="1591804"/>
                  <a:pt x="295514" y="1620094"/>
                </a:cubicBezTo>
                <a:cubicBezTo>
                  <a:pt x="306921" y="1634198"/>
                  <a:pt x="318204" y="1648633"/>
                  <a:pt x="329446" y="1663276"/>
                </a:cubicBezTo>
                <a:lnTo>
                  <a:pt x="345748" y="1684473"/>
                </a:lnTo>
                <a:cubicBezTo>
                  <a:pt x="351099" y="1691235"/>
                  <a:pt x="356201" y="1698162"/>
                  <a:pt x="361718" y="1704758"/>
                </a:cubicBezTo>
                <a:cubicBezTo>
                  <a:pt x="404776" y="1758435"/>
                  <a:pt x="451484" y="1807839"/>
                  <a:pt x="498939" y="1854672"/>
                </a:cubicBezTo>
                <a:cubicBezTo>
                  <a:pt x="522791" y="1877984"/>
                  <a:pt x="547058" y="1900509"/>
                  <a:pt x="571905" y="1922121"/>
                </a:cubicBezTo>
                <a:cubicBezTo>
                  <a:pt x="596752" y="1943732"/>
                  <a:pt x="622056" y="1964639"/>
                  <a:pt x="648314" y="1984301"/>
                </a:cubicBezTo>
                <a:cubicBezTo>
                  <a:pt x="700622" y="2023709"/>
                  <a:pt x="757037" y="2058926"/>
                  <a:pt x="819010" y="2082654"/>
                </a:cubicBezTo>
                <a:cubicBezTo>
                  <a:pt x="849914" y="2094518"/>
                  <a:pt x="881937" y="2103602"/>
                  <a:pt x="914500" y="2110446"/>
                </a:cubicBezTo>
                <a:cubicBezTo>
                  <a:pt x="922672" y="2112064"/>
                  <a:pt x="930761" y="2113931"/>
                  <a:pt x="938974" y="2115341"/>
                </a:cubicBezTo>
                <a:lnTo>
                  <a:pt x="963656" y="2119448"/>
                </a:lnTo>
                <a:cubicBezTo>
                  <a:pt x="980207" y="2121646"/>
                  <a:pt x="996758" y="2123969"/>
                  <a:pt x="1013475" y="2125338"/>
                </a:cubicBezTo>
                <a:cubicBezTo>
                  <a:pt x="1021813" y="2126127"/>
                  <a:pt x="1030151" y="2126873"/>
                  <a:pt x="1038530" y="2127246"/>
                </a:cubicBezTo>
                <a:cubicBezTo>
                  <a:pt x="1046909" y="2127661"/>
                  <a:pt x="1055247" y="2128325"/>
                  <a:pt x="1063668" y="2128574"/>
                </a:cubicBezTo>
                <a:lnTo>
                  <a:pt x="1088888" y="2129155"/>
                </a:lnTo>
                <a:cubicBezTo>
                  <a:pt x="1097268" y="2129362"/>
                  <a:pt x="1105730" y="2129072"/>
                  <a:pt x="1114151" y="2129030"/>
                </a:cubicBezTo>
                <a:lnTo>
                  <a:pt x="1126803" y="2128906"/>
                </a:lnTo>
                <a:cubicBezTo>
                  <a:pt x="1130909" y="2128781"/>
                  <a:pt x="1134933" y="2128532"/>
                  <a:pt x="1138998" y="2128366"/>
                </a:cubicBezTo>
                <a:cubicBezTo>
                  <a:pt x="1143063" y="2128159"/>
                  <a:pt x="1147128" y="2128034"/>
                  <a:pt x="1151152" y="2127744"/>
                </a:cubicBezTo>
                <a:lnTo>
                  <a:pt x="1163265" y="2126749"/>
                </a:lnTo>
                <a:cubicBezTo>
                  <a:pt x="1179401" y="2125463"/>
                  <a:pt x="1195413" y="2123306"/>
                  <a:pt x="1211300" y="2120817"/>
                </a:cubicBezTo>
                <a:cubicBezTo>
                  <a:pt x="1274891" y="2110281"/>
                  <a:pt x="1336035" y="2089664"/>
                  <a:pt x="1394275" y="2060752"/>
                </a:cubicBezTo>
                <a:cubicBezTo>
                  <a:pt x="1452722" y="2032171"/>
                  <a:pt x="1508349" y="1995584"/>
                  <a:pt x="1563312" y="1955430"/>
                </a:cubicBezTo>
                <a:cubicBezTo>
                  <a:pt x="1577042" y="1945433"/>
                  <a:pt x="1590690" y="1935021"/>
                  <a:pt x="1604296" y="1924485"/>
                </a:cubicBezTo>
                <a:cubicBezTo>
                  <a:pt x="1617984" y="1913990"/>
                  <a:pt x="1631632" y="1903329"/>
                  <a:pt x="1645279" y="1892503"/>
                </a:cubicBezTo>
                <a:lnTo>
                  <a:pt x="1728284" y="1826132"/>
                </a:lnTo>
                <a:cubicBezTo>
                  <a:pt x="1785238" y="1780959"/>
                  <a:pt x="1842731" y="1738897"/>
                  <a:pt x="1898897" y="1697664"/>
                </a:cubicBezTo>
                <a:cubicBezTo>
                  <a:pt x="1955021" y="1656432"/>
                  <a:pt x="2009030" y="1614784"/>
                  <a:pt x="2057854" y="1569901"/>
                </a:cubicBezTo>
                <a:cubicBezTo>
                  <a:pt x="2106678" y="1525101"/>
                  <a:pt x="2150772" y="1477356"/>
                  <a:pt x="2184953" y="1423472"/>
                </a:cubicBezTo>
                <a:cubicBezTo>
                  <a:pt x="2202044" y="1396550"/>
                  <a:pt x="2216645" y="1368177"/>
                  <a:pt x="2228260" y="1338352"/>
                </a:cubicBezTo>
                <a:cubicBezTo>
                  <a:pt x="2239958" y="1308568"/>
                  <a:pt x="2248378" y="1277374"/>
                  <a:pt x="2254642" y="1245350"/>
                </a:cubicBezTo>
                <a:cubicBezTo>
                  <a:pt x="2257753" y="1229339"/>
                  <a:pt x="2260242" y="1213036"/>
                  <a:pt x="2261943" y="1196568"/>
                </a:cubicBezTo>
                <a:cubicBezTo>
                  <a:pt x="2262441" y="1192462"/>
                  <a:pt x="2262772" y="1188313"/>
                  <a:pt x="2263146" y="1184207"/>
                </a:cubicBezTo>
                <a:cubicBezTo>
                  <a:pt x="2263478" y="1180059"/>
                  <a:pt x="2263893" y="1175993"/>
                  <a:pt x="2264058" y="1171596"/>
                </a:cubicBezTo>
                <a:lnTo>
                  <a:pt x="2265386" y="1145546"/>
                </a:lnTo>
                <a:cubicBezTo>
                  <a:pt x="2266589" y="1110785"/>
                  <a:pt x="2265842" y="1075982"/>
                  <a:pt x="2263104" y="1041386"/>
                </a:cubicBezTo>
                <a:cubicBezTo>
                  <a:pt x="2260449" y="1006749"/>
                  <a:pt x="2255347" y="972402"/>
                  <a:pt x="2248461" y="938512"/>
                </a:cubicBezTo>
                <a:cubicBezTo>
                  <a:pt x="2241492" y="904622"/>
                  <a:pt x="2232781" y="871188"/>
                  <a:pt x="2223614" y="838127"/>
                </a:cubicBezTo>
                <a:cubicBezTo>
                  <a:pt x="2205321" y="771964"/>
                  <a:pt x="2185119" y="706672"/>
                  <a:pt x="2159442" y="643371"/>
                </a:cubicBezTo>
                <a:cubicBezTo>
                  <a:pt x="2146583" y="611763"/>
                  <a:pt x="2132230" y="580734"/>
                  <a:pt x="2115721" y="550909"/>
                </a:cubicBezTo>
                <a:cubicBezTo>
                  <a:pt x="2111697" y="543401"/>
                  <a:pt x="2107258" y="536100"/>
                  <a:pt x="2102986" y="528758"/>
                </a:cubicBezTo>
                <a:cubicBezTo>
                  <a:pt x="2098589" y="521457"/>
                  <a:pt x="2094026" y="514281"/>
                  <a:pt x="2089587" y="507022"/>
                </a:cubicBezTo>
                <a:lnTo>
                  <a:pt x="2075401" y="485783"/>
                </a:lnTo>
                <a:lnTo>
                  <a:pt x="2060592" y="465001"/>
                </a:lnTo>
                <a:cubicBezTo>
                  <a:pt x="2020064" y="410370"/>
                  <a:pt x="1972485" y="361505"/>
                  <a:pt x="1920384" y="318696"/>
                </a:cubicBezTo>
                <a:cubicBezTo>
                  <a:pt x="1868408" y="275763"/>
                  <a:pt x="1811952" y="238429"/>
                  <a:pt x="1751596" y="208438"/>
                </a:cubicBezTo>
                <a:cubicBezTo>
                  <a:pt x="1691282" y="178364"/>
                  <a:pt x="1627442" y="155301"/>
                  <a:pt x="1561653" y="139206"/>
                </a:cubicBezTo>
                <a:cubicBezTo>
                  <a:pt x="1495863" y="123069"/>
                  <a:pt x="1428248" y="113778"/>
                  <a:pt x="1360094" y="110501"/>
                </a:cubicBezTo>
                <a:cubicBezTo>
                  <a:pt x="1291816" y="107058"/>
                  <a:pt x="1223620" y="109339"/>
                  <a:pt x="1155840" y="117801"/>
                </a:cubicBezTo>
                <a:cubicBezTo>
                  <a:pt x="1088100" y="126305"/>
                  <a:pt x="1020983" y="140533"/>
                  <a:pt x="955360" y="159946"/>
                </a:cubicBezTo>
                <a:cubicBezTo>
                  <a:pt x="889694" y="179277"/>
                  <a:pt x="825647" y="204290"/>
                  <a:pt x="763591" y="233286"/>
                </a:cubicBezTo>
                <a:cubicBezTo>
                  <a:pt x="639105" y="290655"/>
                  <a:pt x="522874" y="366732"/>
                  <a:pt x="420912" y="458613"/>
                </a:cubicBezTo>
                <a:cubicBezTo>
                  <a:pt x="370098" y="504699"/>
                  <a:pt x="323016" y="554974"/>
                  <a:pt x="280830" y="608983"/>
                </a:cubicBezTo>
                <a:cubicBezTo>
                  <a:pt x="238560" y="662909"/>
                  <a:pt x="201268" y="720734"/>
                  <a:pt x="170074" y="781671"/>
                </a:cubicBezTo>
                <a:cubicBezTo>
                  <a:pt x="138880" y="842565"/>
                  <a:pt x="112913" y="906322"/>
                  <a:pt x="94910" y="972568"/>
                </a:cubicBezTo>
                <a:cubicBezTo>
                  <a:pt x="76907" y="1038648"/>
                  <a:pt x="67532" y="1107342"/>
                  <a:pt x="67573" y="1176076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413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00" name="Freeform: Shape 99">
            <a:extLst>
              <a:ext uri="{FF2B5EF4-FFF2-40B4-BE49-F238E27FC236}">
                <a16:creationId xmlns:a16="http://schemas.microsoft.com/office/drawing/2014/main" id="{01C84AF8-30D9-46A2-82DB-3344A0670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44687" y="778184"/>
            <a:ext cx="2381036" cy="2381037"/>
          </a:xfrm>
          <a:custGeom>
            <a:avLst/>
            <a:gdLst>
              <a:gd name="connsiteX0" fmla="*/ 1190518 w 2381036"/>
              <a:gd name="connsiteY0" fmla="*/ 0 h 2381036"/>
              <a:gd name="connsiteX1" fmla="*/ 0 w 2381036"/>
              <a:gd name="connsiteY1" fmla="*/ 1190518 h 2381036"/>
              <a:gd name="connsiteX2" fmla="*/ 1190518 w 2381036"/>
              <a:gd name="connsiteY2" fmla="*/ 2381036 h 2381036"/>
              <a:gd name="connsiteX3" fmla="*/ 2381036 w 2381036"/>
              <a:gd name="connsiteY3" fmla="*/ 1190518 h 2381036"/>
              <a:gd name="connsiteX4" fmla="*/ 1190518 w 2381036"/>
              <a:gd name="connsiteY4" fmla="*/ 0 h 2381036"/>
              <a:gd name="connsiteX5" fmla="*/ 2143804 w 2381036"/>
              <a:gd name="connsiteY5" fmla="*/ 573647 h 2381036"/>
              <a:gd name="connsiteX6" fmla="*/ 2168693 w 2381036"/>
              <a:gd name="connsiteY6" fmla="*/ 623176 h 2381036"/>
              <a:gd name="connsiteX7" fmla="*/ 2191051 w 2381036"/>
              <a:gd name="connsiteY7" fmla="*/ 673783 h 2381036"/>
              <a:gd name="connsiteX8" fmla="*/ 2258085 w 2381036"/>
              <a:gd name="connsiteY8" fmla="*/ 884883 h 2381036"/>
              <a:gd name="connsiteX9" fmla="*/ 2291436 w 2381036"/>
              <a:gd name="connsiteY9" fmla="*/ 1104029 h 2381036"/>
              <a:gd name="connsiteX10" fmla="*/ 2296912 w 2381036"/>
              <a:gd name="connsiteY10" fmla="*/ 1214702 h 2381036"/>
              <a:gd name="connsiteX11" fmla="*/ 2297161 w 2381036"/>
              <a:gd name="connsiteY11" fmla="*/ 1234571 h 2381036"/>
              <a:gd name="connsiteX12" fmla="*/ 2297202 w 2381036"/>
              <a:gd name="connsiteY12" fmla="*/ 1242494 h 2381036"/>
              <a:gd name="connsiteX13" fmla="*/ 2297078 w 2381036"/>
              <a:gd name="connsiteY13" fmla="*/ 1267549 h 2381036"/>
              <a:gd name="connsiteX14" fmla="*/ 2297036 w 2381036"/>
              <a:gd name="connsiteY14" fmla="*/ 1269582 h 2381036"/>
              <a:gd name="connsiteX15" fmla="*/ 2293925 w 2381036"/>
              <a:gd name="connsiteY15" fmla="*/ 1322056 h 2381036"/>
              <a:gd name="connsiteX16" fmla="*/ 2238962 w 2381036"/>
              <a:gd name="connsiteY16" fmla="*/ 1518885 h 2381036"/>
              <a:gd name="connsiteX17" fmla="*/ 2186364 w 2381036"/>
              <a:gd name="connsiteY17" fmla="*/ 1606785 h 2381036"/>
              <a:gd name="connsiteX18" fmla="*/ 2119869 w 2381036"/>
              <a:gd name="connsiteY18" fmla="*/ 1687507 h 2381036"/>
              <a:gd name="connsiteX19" fmla="*/ 1959087 w 2381036"/>
              <a:gd name="connsiteY19" fmla="*/ 1833854 h 2381036"/>
              <a:gd name="connsiteX20" fmla="*/ 1855549 w 2381036"/>
              <a:gd name="connsiteY20" fmla="*/ 1915490 h 2381036"/>
              <a:gd name="connsiteX21" fmla="*/ 1780385 w 2381036"/>
              <a:gd name="connsiteY21" fmla="*/ 1974352 h 2381036"/>
              <a:gd name="connsiteX22" fmla="*/ 1735792 w 2381036"/>
              <a:gd name="connsiteY22" fmla="*/ 2010026 h 2381036"/>
              <a:gd name="connsiteX23" fmla="*/ 1692070 w 2381036"/>
              <a:gd name="connsiteY23" fmla="*/ 2044124 h 2381036"/>
              <a:gd name="connsiteX24" fmla="*/ 1603508 w 2381036"/>
              <a:gd name="connsiteY24" fmla="*/ 2108461 h 2381036"/>
              <a:gd name="connsiteX25" fmla="*/ 1512912 w 2381036"/>
              <a:gd name="connsiteY25" fmla="*/ 2165042 h 2381036"/>
              <a:gd name="connsiteX26" fmla="*/ 1419537 w 2381036"/>
              <a:gd name="connsiteY26" fmla="*/ 2211336 h 2381036"/>
              <a:gd name="connsiteX27" fmla="*/ 1222915 w 2381036"/>
              <a:gd name="connsiteY27" fmla="*/ 2264473 h 2381036"/>
              <a:gd name="connsiteX28" fmla="*/ 1172059 w 2381036"/>
              <a:gd name="connsiteY28" fmla="*/ 2268912 h 2381036"/>
              <a:gd name="connsiteX29" fmla="*/ 1159075 w 2381036"/>
              <a:gd name="connsiteY29" fmla="*/ 2269575 h 2381036"/>
              <a:gd name="connsiteX30" fmla="*/ 1146174 w 2381036"/>
              <a:gd name="connsiteY30" fmla="*/ 2269907 h 2381036"/>
              <a:gd name="connsiteX31" fmla="*/ 1146050 w 2381036"/>
              <a:gd name="connsiteY31" fmla="*/ 2269907 h 2381036"/>
              <a:gd name="connsiteX32" fmla="*/ 1145925 w 2381036"/>
              <a:gd name="connsiteY32" fmla="*/ 2269907 h 2381036"/>
              <a:gd name="connsiteX33" fmla="*/ 1132195 w 2381036"/>
              <a:gd name="connsiteY33" fmla="*/ 2270115 h 2381036"/>
              <a:gd name="connsiteX34" fmla="*/ 1125143 w 2381036"/>
              <a:gd name="connsiteY34" fmla="*/ 2270073 h 2381036"/>
              <a:gd name="connsiteX35" fmla="*/ 1119792 w 2381036"/>
              <a:gd name="connsiteY35" fmla="*/ 2270073 h 2381036"/>
              <a:gd name="connsiteX36" fmla="*/ 1013226 w 2381036"/>
              <a:gd name="connsiteY36" fmla="*/ 2265427 h 2381036"/>
              <a:gd name="connsiteX37" fmla="*/ 961748 w 2381036"/>
              <a:gd name="connsiteY37" fmla="*/ 2259578 h 2381036"/>
              <a:gd name="connsiteX38" fmla="*/ 910477 w 2381036"/>
              <a:gd name="connsiteY38" fmla="*/ 2250950 h 2381036"/>
              <a:gd name="connsiteX39" fmla="*/ 809428 w 2381036"/>
              <a:gd name="connsiteY39" fmla="*/ 2224776 h 2381036"/>
              <a:gd name="connsiteX40" fmla="*/ 712652 w 2381036"/>
              <a:gd name="connsiteY40" fmla="*/ 2186944 h 2381036"/>
              <a:gd name="connsiteX41" fmla="*/ 712569 w 2381036"/>
              <a:gd name="connsiteY41" fmla="*/ 2186903 h 2381036"/>
              <a:gd name="connsiteX42" fmla="*/ 712486 w 2381036"/>
              <a:gd name="connsiteY42" fmla="*/ 2186861 h 2381036"/>
              <a:gd name="connsiteX43" fmla="*/ 620812 w 2381036"/>
              <a:gd name="connsiteY43" fmla="*/ 2136793 h 2381036"/>
              <a:gd name="connsiteX44" fmla="*/ 454346 w 2381036"/>
              <a:gd name="connsiteY44" fmla="*/ 2003099 h 2381036"/>
              <a:gd name="connsiteX45" fmla="*/ 379929 w 2381036"/>
              <a:gd name="connsiteY45" fmla="*/ 1922707 h 2381036"/>
              <a:gd name="connsiteX46" fmla="*/ 347490 w 2381036"/>
              <a:gd name="connsiteY46" fmla="*/ 1883383 h 2381036"/>
              <a:gd name="connsiteX47" fmla="*/ 344752 w 2381036"/>
              <a:gd name="connsiteY47" fmla="*/ 1879981 h 2381036"/>
              <a:gd name="connsiteX48" fmla="*/ 339318 w 2381036"/>
              <a:gd name="connsiteY48" fmla="*/ 1872971 h 2381036"/>
              <a:gd name="connsiteX49" fmla="*/ 311152 w 2381036"/>
              <a:gd name="connsiteY49" fmla="*/ 1835845 h 2381036"/>
              <a:gd name="connsiteX50" fmla="*/ 311070 w 2381036"/>
              <a:gd name="connsiteY50" fmla="*/ 1835762 h 2381036"/>
              <a:gd name="connsiteX51" fmla="*/ 310987 w 2381036"/>
              <a:gd name="connsiteY51" fmla="*/ 1835679 h 2381036"/>
              <a:gd name="connsiteX52" fmla="*/ 294892 w 2381036"/>
              <a:gd name="connsiteY52" fmla="*/ 1813777 h 2381036"/>
              <a:gd name="connsiteX53" fmla="*/ 276930 w 2381036"/>
              <a:gd name="connsiteY53" fmla="*/ 1789386 h 2381036"/>
              <a:gd name="connsiteX54" fmla="*/ 241795 w 2381036"/>
              <a:gd name="connsiteY54" fmla="*/ 1743466 h 2381036"/>
              <a:gd name="connsiteX55" fmla="*/ 214003 w 2381036"/>
              <a:gd name="connsiteY55" fmla="*/ 1707833 h 2381036"/>
              <a:gd name="connsiteX56" fmla="*/ 171982 w 2381036"/>
              <a:gd name="connsiteY56" fmla="*/ 1653493 h 2381036"/>
              <a:gd name="connsiteX57" fmla="*/ 138673 w 2381036"/>
              <a:gd name="connsiteY57" fmla="*/ 1608278 h 2381036"/>
              <a:gd name="connsiteX58" fmla="*/ 107852 w 2381036"/>
              <a:gd name="connsiteY58" fmla="*/ 1562192 h 2381036"/>
              <a:gd name="connsiteX59" fmla="*/ 80059 w 2381036"/>
              <a:gd name="connsiteY59" fmla="*/ 1514696 h 2381036"/>
              <a:gd name="connsiteX60" fmla="*/ 79976 w 2381036"/>
              <a:gd name="connsiteY60" fmla="*/ 1514530 h 2381036"/>
              <a:gd name="connsiteX61" fmla="*/ 79893 w 2381036"/>
              <a:gd name="connsiteY61" fmla="*/ 1514364 h 2381036"/>
              <a:gd name="connsiteX62" fmla="*/ 70518 w 2381036"/>
              <a:gd name="connsiteY62" fmla="*/ 1496195 h 2381036"/>
              <a:gd name="connsiteX63" fmla="*/ 67532 w 2381036"/>
              <a:gd name="connsiteY63" fmla="*/ 1490180 h 2381036"/>
              <a:gd name="connsiteX64" fmla="*/ 64255 w 2381036"/>
              <a:gd name="connsiteY64" fmla="*/ 1483045 h 2381036"/>
              <a:gd name="connsiteX65" fmla="*/ 56415 w 2381036"/>
              <a:gd name="connsiteY65" fmla="*/ 1465457 h 2381036"/>
              <a:gd name="connsiteX66" fmla="*/ 56332 w 2381036"/>
              <a:gd name="connsiteY66" fmla="*/ 1465291 h 2381036"/>
              <a:gd name="connsiteX67" fmla="*/ 56249 w 2381036"/>
              <a:gd name="connsiteY67" fmla="*/ 1465125 h 2381036"/>
              <a:gd name="connsiteX68" fmla="*/ 23852 w 2381036"/>
              <a:gd name="connsiteY68" fmla="*/ 1361090 h 2381036"/>
              <a:gd name="connsiteX69" fmla="*/ 13233 w 2381036"/>
              <a:gd name="connsiteY69" fmla="*/ 1252243 h 2381036"/>
              <a:gd name="connsiteX70" fmla="*/ 38785 w 2381036"/>
              <a:gd name="connsiteY70" fmla="*/ 1031478 h 2381036"/>
              <a:gd name="connsiteX71" fmla="*/ 70353 w 2381036"/>
              <a:gd name="connsiteY71" fmla="*/ 924954 h 2381036"/>
              <a:gd name="connsiteX72" fmla="*/ 70436 w 2381036"/>
              <a:gd name="connsiteY72" fmla="*/ 924788 h 2381036"/>
              <a:gd name="connsiteX73" fmla="*/ 70477 w 2381036"/>
              <a:gd name="connsiteY73" fmla="*/ 924622 h 2381036"/>
              <a:gd name="connsiteX74" fmla="*/ 76533 w 2381036"/>
              <a:gd name="connsiteY74" fmla="*/ 908237 h 2381036"/>
              <a:gd name="connsiteX75" fmla="*/ 80184 w 2381036"/>
              <a:gd name="connsiteY75" fmla="*/ 898654 h 2381036"/>
              <a:gd name="connsiteX76" fmla="*/ 89641 w 2381036"/>
              <a:gd name="connsiteY76" fmla="*/ 875051 h 2381036"/>
              <a:gd name="connsiteX77" fmla="*/ 90471 w 2381036"/>
              <a:gd name="connsiteY77" fmla="*/ 873060 h 2381036"/>
              <a:gd name="connsiteX78" fmla="*/ 95864 w 2381036"/>
              <a:gd name="connsiteY78" fmla="*/ 860367 h 2381036"/>
              <a:gd name="connsiteX79" fmla="*/ 101588 w 2381036"/>
              <a:gd name="connsiteY79" fmla="*/ 847715 h 2381036"/>
              <a:gd name="connsiteX80" fmla="*/ 113244 w 2381036"/>
              <a:gd name="connsiteY80" fmla="*/ 822743 h 2381036"/>
              <a:gd name="connsiteX81" fmla="*/ 113286 w 2381036"/>
              <a:gd name="connsiteY81" fmla="*/ 822619 h 2381036"/>
              <a:gd name="connsiteX82" fmla="*/ 113327 w 2381036"/>
              <a:gd name="connsiteY82" fmla="*/ 822494 h 2381036"/>
              <a:gd name="connsiteX83" fmla="*/ 166465 w 2381036"/>
              <a:gd name="connsiteY83" fmla="*/ 725303 h 2381036"/>
              <a:gd name="connsiteX84" fmla="*/ 228895 w 2381036"/>
              <a:gd name="connsiteY84" fmla="*/ 634252 h 2381036"/>
              <a:gd name="connsiteX85" fmla="*/ 375573 w 2381036"/>
              <a:gd name="connsiteY85" fmla="*/ 470607 h 2381036"/>
              <a:gd name="connsiteX86" fmla="*/ 457914 w 2381036"/>
              <a:gd name="connsiteY86" fmla="*/ 398347 h 2381036"/>
              <a:gd name="connsiteX87" fmla="*/ 479069 w 2381036"/>
              <a:gd name="connsiteY87" fmla="*/ 381464 h 2381036"/>
              <a:gd name="connsiteX88" fmla="*/ 482720 w 2381036"/>
              <a:gd name="connsiteY88" fmla="*/ 378601 h 2381036"/>
              <a:gd name="connsiteX89" fmla="*/ 500764 w 2381036"/>
              <a:gd name="connsiteY89" fmla="*/ 364788 h 2381036"/>
              <a:gd name="connsiteX90" fmla="*/ 500847 w 2381036"/>
              <a:gd name="connsiteY90" fmla="*/ 364705 h 2381036"/>
              <a:gd name="connsiteX91" fmla="*/ 500930 w 2381036"/>
              <a:gd name="connsiteY91" fmla="*/ 364622 h 2381036"/>
              <a:gd name="connsiteX92" fmla="*/ 544901 w 2381036"/>
              <a:gd name="connsiteY92" fmla="*/ 332474 h 2381036"/>
              <a:gd name="connsiteX93" fmla="*/ 730903 w 2381036"/>
              <a:gd name="connsiteY93" fmla="*/ 220806 h 2381036"/>
              <a:gd name="connsiteX94" fmla="*/ 828966 w 2381036"/>
              <a:gd name="connsiteY94" fmla="*/ 175342 h 2381036"/>
              <a:gd name="connsiteX95" fmla="*/ 929973 w 2381036"/>
              <a:gd name="connsiteY95" fmla="*/ 137760 h 2381036"/>
              <a:gd name="connsiteX96" fmla="*/ 1033469 w 2381036"/>
              <a:gd name="connsiteY96" fmla="*/ 108308 h 2381036"/>
              <a:gd name="connsiteX97" fmla="*/ 1138874 w 2381036"/>
              <a:gd name="connsiteY97" fmla="*/ 87733 h 2381036"/>
              <a:gd name="connsiteX98" fmla="*/ 1306749 w 2381036"/>
              <a:gd name="connsiteY98" fmla="*/ 75247 h 2381036"/>
              <a:gd name="connsiteX99" fmla="*/ 1353291 w 2381036"/>
              <a:gd name="connsiteY99" fmla="*/ 76243 h 2381036"/>
              <a:gd name="connsiteX100" fmla="*/ 1459899 w 2381036"/>
              <a:gd name="connsiteY100" fmla="*/ 85535 h 2381036"/>
              <a:gd name="connsiteX101" fmla="*/ 1565594 w 2381036"/>
              <a:gd name="connsiteY101" fmla="*/ 106234 h 2381036"/>
              <a:gd name="connsiteX102" fmla="*/ 1767442 w 2381036"/>
              <a:gd name="connsiteY102" fmla="*/ 184427 h 2381036"/>
              <a:gd name="connsiteX103" fmla="*/ 1859987 w 2381036"/>
              <a:gd name="connsiteY103" fmla="*/ 242210 h 2381036"/>
              <a:gd name="connsiteX104" fmla="*/ 1944610 w 2381036"/>
              <a:gd name="connsiteY104" fmla="*/ 311526 h 2381036"/>
              <a:gd name="connsiteX105" fmla="*/ 2086808 w 2381036"/>
              <a:gd name="connsiteY105" fmla="*/ 478862 h 2381036"/>
              <a:gd name="connsiteX106" fmla="*/ 2143804 w 2381036"/>
              <a:gd name="connsiteY106" fmla="*/ 573647 h 2381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2381036" h="2381036">
                <a:moveTo>
                  <a:pt x="1190518" y="0"/>
                </a:moveTo>
                <a:cubicBezTo>
                  <a:pt x="532995" y="0"/>
                  <a:pt x="0" y="532995"/>
                  <a:pt x="0" y="1190518"/>
                </a:cubicBezTo>
                <a:cubicBezTo>
                  <a:pt x="0" y="1848041"/>
                  <a:pt x="532995" y="2381036"/>
                  <a:pt x="1190518" y="2381036"/>
                </a:cubicBezTo>
                <a:cubicBezTo>
                  <a:pt x="1848041" y="2381036"/>
                  <a:pt x="2381036" y="1848041"/>
                  <a:pt x="2381036" y="1190518"/>
                </a:cubicBezTo>
                <a:cubicBezTo>
                  <a:pt x="2381036" y="532995"/>
                  <a:pt x="1848041" y="0"/>
                  <a:pt x="1190518" y="0"/>
                </a:cubicBezTo>
                <a:close/>
                <a:moveTo>
                  <a:pt x="2143804" y="573647"/>
                </a:moveTo>
                <a:cubicBezTo>
                  <a:pt x="2152764" y="590613"/>
                  <a:pt x="2161143" y="607247"/>
                  <a:pt x="2168693" y="623176"/>
                </a:cubicBezTo>
                <a:cubicBezTo>
                  <a:pt x="2176408" y="639644"/>
                  <a:pt x="2183958" y="656693"/>
                  <a:pt x="2191051" y="673783"/>
                </a:cubicBezTo>
                <a:cubicBezTo>
                  <a:pt x="2218387" y="739324"/>
                  <a:pt x="2240953" y="810340"/>
                  <a:pt x="2258085" y="884883"/>
                </a:cubicBezTo>
                <a:cubicBezTo>
                  <a:pt x="2273724" y="953078"/>
                  <a:pt x="2284924" y="1026791"/>
                  <a:pt x="2291436" y="1104029"/>
                </a:cubicBezTo>
                <a:cubicBezTo>
                  <a:pt x="2294340" y="1139620"/>
                  <a:pt x="2296206" y="1176871"/>
                  <a:pt x="2296912" y="1214702"/>
                </a:cubicBezTo>
                <a:cubicBezTo>
                  <a:pt x="2297119" y="1221380"/>
                  <a:pt x="2297161" y="1228059"/>
                  <a:pt x="2297161" y="1234571"/>
                </a:cubicBezTo>
                <a:cubicBezTo>
                  <a:pt x="2297161" y="1237226"/>
                  <a:pt x="2297202" y="1239840"/>
                  <a:pt x="2297202" y="1242494"/>
                </a:cubicBezTo>
                <a:cubicBezTo>
                  <a:pt x="2297327" y="1251081"/>
                  <a:pt x="2297202" y="1259419"/>
                  <a:pt x="2297078" y="1267549"/>
                </a:cubicBezTo>
                <a:lnTo>
                  <a:pt x="2297036" y="1269582"/>
                </a:lnTo>
                <a:cubicBezTo>
                  <a:pt x="2296580" y="1287668"/>
                  <a:pt x="2295543" y="1305380"/>
                  <a:pt x="2293925" y="1322056"/>
                </a:cubicBezTo>
                <a:cubicBezTo>
                  <a:pt x="2287039" y="1392325"/>
                  <a:pt x="2268538" y="1458571"/>
                  <a:pt x="2238962" y="1518885"/>
                </a:cubicBezTo>
                <a:cubicBezTo>
                  <a:pt x="2224817" y="1548088"/>
                  <a:pt x="2207644" y="1576793"/>
                  <a:pt x="2186364" y="1606785"/>
                </a:cubicBezTo>
                <a:cubicBezTo>
                  <a:pt x="2167490" y="1633167"/>
                  <a:pt x="2145712" y="1659590"/>
                  <a:pt x="2119869" y="1687507"/>
                </a:cubicBezTo>
                <a:cubicBezTo>
                  <a:pt x="2077433" y="1733054"/>
                  <a:pt x="2027821" y="1778227"/>
                  <a:pt x="1959087" y="1833854"/>
                </a:cubicBezTo>
                <a:cubicBezTo>
                  <a:pt x="1925279" y="1861232"/>
                  <a:pt x="1889813" y="1888817"/>
                  <a:pt x="1855549" y="1915490"/>
                </a:cubicBezTo>
                <a:cubicBezTo>
                  <a:pt x="1830950" y="1934654"/>
                  <a:pt x="1805481" y="1954441"/>
                  <a:pt x="1780385" y="1974352"/>
                </a:cubicBezTo>
                <a:lnTo>
                  <a:pt x="1735792" y="2010026"/>
                </a:lnTo>
                <a:cubicBezTo>
                  <a:pt x="1721896" y="2021018"/>
                  <a:pt x="1706921" y="2032841"/>
                  <a:pt x="1692070" y="2044124"/>
                </a:cubicBezTo>
                <a:cubicBezTo>
                  <a:pt x="1658222" y="2069925"/>
                  <a:pt x="1630056" y="2090375"/>
                  <a:pt x="1603508" y="2108461"/>
                </a:cubicBezTo>
                <a:cubicBezTo>
                  <a:pt x="1571235" y="2130447"/>
                  <a:pt x="1541617" y="2148947"/>
                  <a:pt x="1512912" y="2165042"/>
                </a:cubicBezTo>
                <a:cubicBezTo>
                  <a:pt x="1479561" y="2183875"/>
                  <a:pt x="1449031" y="2199015"/>
                  <a:pt x="1419537" y="2211336"/>
                </a:cubicBezTo>
                <a:cubicBezTo>
                  <a:pt x="1355241" y="2238506"/>
                  <a:pt x="1289078" y="2256384"/>
                  <a:pt x="1222915" y="2264473"/>
                </a:cubicBezTo>
                <a:cubicBezTo>
                  <a:pt x="1202548" y="2266879"/>
                  <a:pt x="1186826" y="2268248"/>
                  <a:pt x="1172059" y="2268912"/>
                </a:cubicBezTo>
                <a:lnTo>
                  <a:pt x="1159075" y="2269575"/>
                </a:lnTo>
                <a:lnTo>
                  <a:pt x="1146174" y="2269907"/>
                </a:lnTo>
                <a:lnTo>
                  <a:pt x="1146050" y="2269907"/>
                </a:lnTo>
                <a:lnTo>
                  <a:pt x="1145925" y="2269907"/>
                </a:lnTo>
                <a:cubicBezTo>
                  <a:pt x="1142109" y="2270073"/>
                  <a:pt x="1137878" y="2270115"/>
                  <a:pt x="1132195" y="2270115"/>
                </a:cubicBezTo>
                <a:cubicBezTo>
                  <a:pt x="1129831" y="2270115"/>
                  <a:pt x="1127508" y="2270115"/>
                  <a:pt x="1125143" y="2270073"/>
                </a:cubicBezTo>
                <a:lnTo>
                  <a:pt x="1119792" y="2270073"/>
                </a:lnTo>
                <a:cubicBezTo>
                  <a:pt x="1081629" y="2269990"/>
                  <a:pt x="1046785" y="2268497"/>
                  <a:pt x="1013226" y="2265427"/>
                </a:cubicBezTo>
                <a:cubicBezTo>
                  <a:pt x="995680" y="2263851"/>
                  <a:pt x="978340" y="2261901"/>
                  <a:pt x="961748" y="2259578"/>
                </a:cubicBezTo>
                <a:cubicBezTo>
                  <a:pt x="944077" y="2257089"/>
                  <a:pt x="926779" y="2254186"/>
                  <a:pt x="910477" y="2250950"/>
                </a:cubicBezTo>
                <a:cubicBezTo>
                  <a:pt x="875051" y="2243774"/>
                  <a:pt x="841037" y="2234939"/>
                  <a:pt x="809428" y="2224776"/>
                </a:cubicBezTo>
                <a:cubicBezTo>
                  <a:pt x="775081" y="2213741"/>
                  <a:pt x="742518" y="2201006"/>
                  <a:pt x="712652" y="2186944"/>
                </a:cubicBezTo>
                <a:lnTo>
                  <a:pt x="712569" y="2186903"/>
                </a:lnTo>
                <a:lnTo>
                  <a:pt x="712486" y="2186861"/>
                </a:lnTo>
                <a:cubicBezTo>
                  <a:pt x="683117" y="2173463"/>
                  <a:pt x="653167" y="2157078"/>
                  <a:pt x="620812" y="2136793"/>
                </a:cubicBezTo>
                <a:cubicBezTo>
                  <a:pt x="563650" y="2100663"/>
                  <a:pt x="507609" y="2055655"/>
                  <a:pt x="454346" y="2003099"/>
                </a:cubicBezTo>
                <a:cubicBezTo>
                  <a:pt x="429333" y="1978293"/>
                  <a:pt x="404278" y="1951247"/>
                  <a:pt x="379929" y="1922707"/>
                </a:cubicBezTo>
                <a:cubicBezTo>
                  <a:pt x="368853" y="1909890"/>
                  <a:pt x="358027" y="1896408"/>
                  <a:pt x="347490" y="1883383"/>
                </a:cubicBezTo>
                <a:lnTo>
                  <a:pt x="344752" y="1879981"/>
                </a:lnTo>
                <a:lnTo>
                  <a:pt x="339318" y="1872971"/>
                </a:lnTo>
                <a:cubicBezTo>
                  <a:pt x="329944" y="1860859"/>
                  <a:pt x="320237" y="1848331"/>
                  <a:pt x="311152" y="1835845"/>
                </a:cubicBezTo>
                <a:lnTo>
                  <a:pt x="311070" y="1835762"/>
                </a:lnTo>
                <a:lnTo>
                  <a:pt x="310987" y="1835679"/>
                </a:lnTo>
                <a:cubicBezTo>
                  <a:pt x="305718" y="1828669"/>
                  <a:pt x="300450" y="1821410"/>
                  <a:pt x="294892" y="1813777"/>
                </a:cubicBezTo>
                <a:cubicBezTo>
                  <a:pt x="289043" y="1805730"/>
                  <a:pt x="282987" y="1797392"/>
                  <a:pt x="276930" y="1789386"/>
                </a:cubicBezTo>
                <a:cubicBezTo>
                  <a:pt x="264195" y="1772420"/>
                  <a:pt x="251461" y="1755952"/>
                  <a:pt x="241795" y="1743466"/>
                </a:cubicBezTo>
                <a:cubicBezTo>
                  <a:pt x="232587" y="1731519"/>
                  <a:pt x="223129" y="1719490"/>
                  <a:pt x="214003" y="1707833"/>
                </a:cubicBezTo>
                <a:cubicBezTo>
                  <a:pt x="200107" y="1690079"/>
                  <a:pt x="185713" y="1671703"/>
                  <a:pt x="171982" y="1653493"/>
                </a:cubicBezTo>
                <a:cubicBezTo>
                  <a:pt x="161197" y="1639140"/>
                  <a:pt x="149748" y="1623875"/>
                  <a:pt x="138673" y="1608278"/>
                </a:cubicBezTo>
                <a:cubicBezTo>
                  <a:pt x="126892" y="1591312"/>
                  <a:pt x="117061" y="1576918"/>
                  <a:pt x="107852" y="1562192"/>
                </a:cubicBezTo>
                <a:cubicBezTo>
                  <a:pt x="96030" y="1543484"/>
                  <a:pt x="87484" y="1528841"/>
                  <a:pt x="80059" y="1514696"/>
                </a:cubicBezTo>
                <a:lnTo>
                  <a:pt x="79976" y="1514530"/>
                </a:lnTo>
                <a:lnTo>
                  <a:pt x="79893" y="1514364"/>
                </a:lnTo>
                <a:cubicBezTo>
                  <a:pt x="76658" y="1508473"/>
                  <a:pt x="73671" y="1502500"/>
                  <a:pt x="70518" y="1496195"/>
                </a:cubicBezTo>
                <a:cubicBezTo>
                  <a:pt x="69523" y="1494204"/>
                  <a:pt x="68527" y="1492213"/>
                  <a:pt x="67532" y="1490180"/>
                </a:cubicBezTo>
                <a:cubicBezTo>
                  <a:pt x="66453" y="1487774"/>
                  <a:pt x="65333" y="1485410"/>
                  <a:pt x="64255" y="1483045"/>
                </a:cubicBezTo>
                <a:cubicBezTo>
                  <a:pt x="61434" y="1476989"/>
                  <a:pt x="58779" y="1471265"/>
                  <a:pt x="56415" y="1465457"/>
                </a:cubicBezTo>
                <a:lnTo>
                  <a:pt x="56332" y="1465291"/>
                </a:lnTo>
                <a:lnTo>
                  <a:pt x="56249" y="1465125"/>
                </a:lnTo>
                <a:cubicBezTo>
                  <a:pt x="42311" y="1432853"/>
                  <a:pt x="31443" y="1397842"/>
                  <a:pt x="23852" y="1361090"/>
                </a:cubicBezTo>
                <a:cubicBezTo>
                  <a:pt x="17049" y="1326370"/>
                  <a:pt x="13481" y="1289659"/>
                  <a:pt x="13233" y="1252243"/>
                </a:cubicBezTo>
                <a:cubicBezTo>
                  <a:pt x="13191" y="1178281"/>
                  <a:pt x="21819" y="1103988"/>
                  <a:pt x="38785" y="1031478"/>
                </a:cubicBezTo>
                <a:cubicBezTo>
                  <a:pt x="46916" y="996260"/>
                  <a:pt x="57535" y="960420"/>
                  <a:pt x="70353" y="924954"/>
                </a:cubicBezTo>
                <a:lnTo>
                  <a:pt x="70436" y="924788"/>
                </a:lnTo>
                <a:lnTo>
                  <a:pt x="70477" y="924622"/>
                </a:lnTo>
                <a:cubicBezTo>
                  <a:pt x="72302" y="919229"/>
                  <a:pt x="74335" y="913878"/>
                  <a:pt x="76533" y="908237"/>
                </a:cubicBezTo>
                <a:cubicBezTo>
                  <a:pt x="77778" y="905043"/>
                  <a:pt x="78981" y="901849"/>
                  <a:pt x="80184" y="898654"/>
                </a:cubicBezTo>
                <a:cubicBezTo>
                  <a:pt x="83087" y="890814"/>
                  <a:pt x="86281" y="883140"/>
                  <a:pt x="89641" y="875051"/>
                </a:cubicBezTo>
                <a:lnTo>
                  <a:pt x="90471" y="873060"/>
                </a:lnTo>
                <a:lnTo>
                  <a:pt x="95864" y="860367"/>
                </a:lnTo>
                <a:lnTo>
                  <a:pt x="101588" y="847715"/>
                </a:lnTo>
                <a:cubicBezTo>
                  <a:pt x="104948" y="840207"/>
                  <a:pt x="108930" y="831413"/>
                  <a:pt x="113244" y="822743"/>
                </a:cubicBezTo>
                <a:lnTo>
                  <a:pt x="113286" y="822619"/>
                </a:lnTo>
                <a:lnTo>
                  <a:pt x="113327" y="822494"/>
                </a:lnTo>
                <a:cubicBezTo>
                  <a:pt x="127929" y="791964"/>
                  <a:pt x="145310" y="760189"/>
                  <a:pt x="166465" y="725303"/>
                </a:cubicBezTo>
                <a:cubicBezTo>
                  <a:pt x="185339" y="694856"/>
                  <a:pt x="206370" y="664201"/>
                  <a:pt x="228895" y="634252"/>
                </a:cubicBezTo>
                <a:cubicBezTo>
                  <a:pt x="272409" y="576426"/>
                  <a:pt x="321730" y="521381"/>
                  <a:pt x="375573" y="470607"/>
                </a:cubicBezTo>
                <a:cubicBezTo>
                  <a:pt x="400296" y="447129"/>
                  <a:pt x="427218" y="423484"/>
                  <a:pt x="457914" y="398347"/>
                </a:cubicBezTo>
                <a:cubicBezTo>
                  <a:pt x="464095" y="393286"/>
                  <a:pt x="471395" y="387312"/>
                  <a:pt x="479069" y="381464"/>
                </a:cubicBezTo>
                <a:lnTo>
                  <a:pt x="482720" y="378601"/>
                </a:lnTo>
                <a:cubicBezTo>
                  <a:pt x="488610" y="373997"/>
                  <a:pt x="494708" y="369268"/>
                  <a:pt x="500764" y="364788"/>
                </a:cubicBezTo>
                <a:lnTo>
                  <a:pt x="500847" y="364705"/>
                </a:lnTo>
                <a:lnTo>
                  <a:pt x="500930" y="364622"/>
                </a:lnTo>
                <a:cubicBezTo>
                  <a:pt x="516776" y="352468"/>
                  <a:pt x="532746" y="341061"/>
                  <a:pt x="544901" y="332474"/>
                </a:cubicBezTo>
                <a:cubicBezTo>
                  <a:pt x="603846" y="291158"/>
                  <a:pt x="666441" y="253618"/>
                  <a:pt x="730903" y="220806"/>
                </a:cubicBezTo>
                <a:cubicBezTo>
                  <a:pt x="762969" y="204504"/>
                  <a:pt x="795946" y="189197"/>
                  <a:pt x="828966" y="175342"/>
                </a:cubicBezTo>
                <a:cubicBezTo>
                  <a:pt x="861860" y="161612"/>
                  <a:pt x="895834" y="148960"/>
                  <a:pt x="929973" y="137760"/>
                </a:cubicBezTo>
                <a:cubicBezTo>
                  <a:pt x="962619" y="127016"/>
                  <a:pt x="997463" y="117102"/>
                  <a:pt x="1033469" y="108308"/>
                </a:cubicBezTo>
                <a:cubicBezTo>
                  <a:pt x="1066945" y="100261"/>
                  <a:pt x="1102411" y="93333"/>
                  <a:pt x="1138874" y="87733"/>
                </a:cubicBezTo>
                <a:cubicBezTo>
                  <a:pt x="1194915" y="79437"/>
                  <a:pt x="1251454" y="75247"/>
                  <a:pt x="1306749" y="75247"/>
                </a:cubicBezTo>
                <a:cubicBezTo>
                  <a:pt x="1322222" y="75247"/>
                  <a:pt x="1337860" y="75579"/>
                  <a:pt x="1353291" y="76243"/>
                </a:cubicBezTo>
                <a:cubicBezTo>
                  <a:pt x="1389173" y="77570"/>
                  <a:pt x="1425013" y="80681"/>
                  <a:pt x="1459899" y="85535"/>
                </a:cubicBezTo>
                <a:cubicBezTo>
                  <a:pt x="1495780" y="90554"/>
                  <a:pt x="1531330" y="97523"/>
                  <a:pt x="1565594" y="106234"/>
                </a:cubicBezTo>
                <a:cubicBezTo>
                  <a:pt x="1637315" y="124444"/>
                  <a:pt x="1705220" y="150744"/>
                  <a:pt x="1767442" y="184427"/>
                </a:cubicBezTo>
                <a:cubicBezTo>
                  <a:pt x="1797848" y="200687"/>
                  <a:pt x="1828959" y="220101"/>
                  <a:pt x="1859987" y="242210"/>
                </a:cubicBezTo>
                <a:cubicBezTo>
                  <a:pt x="1889190" y="263283"/>
                  <a:pt x="1917688" y="286637"/>
                  <a:pt x="1944610" y="311526"/>
                </a:cubicBezTo>
                <a:cubicBezTo>
                  <a:pt x="1997913" y="361179"/>
                  <a:pt x="2045783" y="417511"/>
                  <a:pt x="2086808" y="478862"/>
                </a:cubicBezTo>
                <a:cubicBezTo>
                  <a:pt x="2107881" y="509973"/>
                  <a:pt x="2126962" y="541831"/>
                  <a:pt x="2143804" y="573647"/>
                </a:cubicBezTo>
                <a:close/>
              </a:path>
            </a:pathLst>
          </a:custGeom>
          <a:ln w="413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43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1468E1-7B01-0746-1440-2B8E27CD4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" name="Rectangle 152">
            <a:extLst>
              <a:ext uri="{FF2B5EF4-FFF2-40B4-BE49-F238E27FC236}">
                <a16:creationId xmlns:a16="http://schemas.microsoft.com/office/drawing/2014/main" id="{8B994ADF-5E49-A686-C240-2DFB12FB7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F221C1-55A3-7170-83D6-3F5EA5488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740" y="918172"/>
            <a:ext cx="9236818" cy="689908"/>
          </a:xfrm>
        </p:spPr>
        <p:txBody>
          <a:bodyPr anchor="b">
            <a:normAutofit/>
          </a:bodyPr>
          <a:lstStyle/>
          <a:p>
            <a:r>
              <a:rPr lang="en-US" sz="3600" b="1">
                <a:latin typeface="Arial Nova"/>
              </a:rPr>
              <a:t>Problem Statement and Context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BC324E66-8704-041D-D1F7-1238709A3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093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B733F7C-BB31-BD3B-F5B9-C1A2D8097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958056"/>
            <a:ext cx="10506456" cy="18288"/>
          </a:xfrm>
          <a:prstGeom prst="rect">
            <a:avLst/>
          </a:prstGeom>
          <a:solidFill>
            <a:srgbClr val="D5D5D5"/>
          </a:solidFill>
          <a:ln w="12700">
            <a:solidFill>
              <a:schemeClr val="accent2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48" name="Diagram 147">
            <a:extLst>
              <a:ext uri="{FF2B5EF4-FFF2-40B4-BE49-F238E27FC236}">
                <a16:creationId xmlns:a16="http://schemas.microsoft.com/office/drawing/2014/main" id="{F2FF3DD8-AB13-5FD7-26FF-883442C04E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4448661"/>
              </p:ext>
            </p:extLst>
          </p:nvPr>
        </p:nvGraphicFramePr>
        <p:xfrm>
          <a:off x="200037" y="2101705"/>
          <a:ext cx="11788877" cy="42645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2FF09FA8-FAE3-CC02-EC99-8A54AD89F77F}"/>
              </a:ext>
            </a:extLst>
          </p:cNvPr>
          <p:cNvSpPr/>
          <p:nvPr/>
        </p:nvSpPr>
        <p:spPr>
          <a:xfrm>
            <a:off x="1675810" y="3566136"/>
            <a:ext cx="585216" cy="576072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8" name="Picture 7" descr="A blue and green curves&#10;&#10;AI-generated content may be incorrect.">
            <a:extLst>
              <a:ext uri="{FF2B5EF4-FFF2-40B4-BE49-F238E27FC236}">
                <a16:creationId xmlns:a16="http://schemas.microsoft.com/office/drawing/2014/main" id="{F3C11F8E-2E1A-EEA3-28B0-C72ADEABEEF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318" r="10929"/>
          <a:stretch>
            <a:fillRect/>
          </a:stretch>
        </p:blipFill>
        <p:spPr>
          <a:xfrm>
            <a:off x="11534415" y="29496"/>
            <a:ext cx="527723" cy="5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63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DC91FD-6FE0-E2A6-065E-DF5398589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502" y="1926968"/>
            <a:ext cx="2763572" cy="3002281"/>
          </a:xfrm>
        </p:spPr>
        <p:txBody>
          <a:bodyPr>
            <a:normAutofit/>
          </a:bodyPr>
          <a:lstStyle/>
          <a:p>
            <a:r>
              <a:rPr lang="en-CA" sz="4000" b="1" dirty="0">
                <a:latin typeface="Arial Nova"/>
              </a:rPr>
              <a:t>Agenda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698749-E934-ADA4-3AFB-ADCF0A598C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8425047"/>
              </p:ext>
            </p:extLst>
          </p:nvPr>
        </p:nvGraphicFramePr>
        <p:xfrm>
          <a:off x="5339328" y="845652"/>
          <a:ext cx="5370731" cy="5156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blue and green curves&#10;&#10;AI-generated content may be incorrect.">
            <a:extLst>
              <a:ext uri="{FF2B5EF4-FFF2-40B4-BE49-F238E27FC236}">
                <a16:creationId xmlns:a16="http://schemas.microsoft.com/office/drawing/2014/main" id="{86220925-BDD2-1373-895C-BB6BA32A00D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318" r="10929"/>
          <a:stretch>
            <a:fillRect/>
          </a:stretch>
        </p:blipFill>
        <p:spPr>
          <a:xfrm>
            <a:off x="11534415" y="29496"/>
            <a:ext cx="527723" cy="5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93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" name="Rectangle 152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EFCCB-6DFD-69B9-C6EB-B9B4C2019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43898"/>
            <a:ext cx="4731299" cy="768566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Arial Nova"/>
              </a:rPr>
              <a:t>Goals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093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958056"/>
            <a:ext cx="10506456" cy="18288"/>
          </a:xfrm>
          <a:prstGeom prst="rect">
            <a:avLst/>
          </a:prstGeom>
          <a:solidFill>
            <a:srgbClr val="D5D5D5"/>
          </a:solidFill>
          <a:ln w="12700">
            <a:solidFill>
              <a:schemeClr val="accent2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48" name="Diagram 147">
            <a:extLst>
              <a:ext uri="{FF2B5EF4-FFF2-40B4-BE49-F238E27FC236}">
                <a16:creationId xmlns:a16="http://schemas.microsoft.com/office/drawing/2014/main" id="{97192BDF-57C0-1511-FB0F-15D16B77D8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0272228"/>
              </p:ext>
            </p:extLst>
          </p:nvPr>
        </p:nvGraphicFramePr>
        <p:xfrm>
          <a:off x="963460" y="2149116"/>
          <a:ext cx="10496017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blue and green curves&#10;&#10;AI-generated content may be incorrect.">
            <a:extLst>
              <a:ext uri="{FF2B5EF4-FFF2-40B4-BE49-F238E27FC236}">
                <a16:creationId xmlns:a16="http://schemas.microsoft.com/office/drawing/2014/main" id="{14162EC4-3E1B-22F4-0E7E-8357DB74164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318" r="10929"/>
          <a:stretch>
            <a:fillRect/>
          </a:stretch>
        </p:blipFill>
        <p:spPr>
          <a:xfrm>
            <a:off x="11534415" y="29496"/>
            <a:ext cx="527723" cy="547473"/>
          </a:xfrm>
          <a:prstGeom prst="rect">
            <a:avLst/>
          </a:prstGeom>
        </p:spPr>
      </p:pic>
      <p:sp>
        <p:nvSpPr>
          <p:cNvPr id="7" name="Rectangle 6" descr="Stopwatch">
            <a:extLst>
              <a:ext uri="{FF2B5EF4-FFF2-40B4-BE49-F238E27FC236}">
                <a16:creationId xmlns:a16="http://schemas.microsoft.com/office/drawing/2014/main" id="{766B6109-17AD-B5B3-D427-064522D71528}"/>
              </a:ext>
            </a:extLst>
          </p:cNvPr>
          <p:cNvSpPr/>
          <p:nvPr/>
        </p:nvSpPr>
        <p:spPr>
          <a:xfrm>
            <a:off x="1276307" y="6590227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2152150"/>
              <a:satOff val="-826"/>
              <a:lumOff val="196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Rectangle 7" descr="Footprints">
            <a:extLst>
              <a:ext uri="{FF2B5EF4-FFF2-40B4-BE49-F238E27FC236}">
                <a16:creationId xmlns:a16="http://schemas.microsoft.com/office/drawing/2014/main" id="{15B3C13F-E626-19CA-FCA3-54D68BA5726E}"/>
              </a:ext>
            </a:extLst>
          </p:cNvPr>
          <p:cNvSpPr/>
          <p:nvPr/>
        </p:nvSpPr>
        <p:spPr>
          <a:xfrm>
            <a:off x="1090101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0126791"/>
              <a:satOff val="-688"/>
              <a:lumOff val="163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" name="Rectangle 8" descr="Lightbulb">
            <a:extLst>
              <a:ext uri="{FF2B5EF4-FFF2-40B4-BE49-F238E27FC236}">
                <a16:creationId xmlns:a16="http://schemas.microsoft.com/office/drawing/2014/main" id="{06FA3DBB-8815-A1DE-B6C4-5A8819549135}"/>
              </a:ext>
            </a:extLst>
          </p:cNvPr>
          <p:cNvSpPr/>
          <p:nvPr/>
        </p:nvSpPr>
        <p:spPr>
          <a:xfrm>
            <a:off x="913245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8101434"/>
              <a:satOff val="-551"/>
              <a:lumOff val="1307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1" name="Rectangle 10" descr="Checkmark">
            <a:extLst>
              <a:ext uri="{FF2B5EF4-FFF2-40B4-BE49-F238E27FC236}">
                <a16:creationId xmlns:a16="http://schemas.microsoft.com/office/drawing/2014/main" id="{8EDE5C8C-6B34-07D8-0C9C-5BF3186C9E77}"/>
              </a:ext>
            </a:extLst>
          </p:cNvPr>
          <p:cNvSpPr/>
          <p:nvPr/>
        </p:nvSpPr>
        <p:spPr>
          <a:xfrm>
            <a:off x="718246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6076075"/>
              <a:satOff val="-413"/>
              <a:lumOff val="98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Rectangle 11" descr="Key">
            <a:extLst>
              <a:ext uri="{FF2B5EF4-FFF2-40B4-BE49-F238E27FC236}">
                <a16:creationId xmlns:a16="http://schemas.microsoft.com/office/drawing/2014/main" id="{4B392D28-501E-4A72-B55B-2AF175B2D88F}"/>
              </a:ext>
            </a:extLst>
          </p:cNvPr>
          <p:cNvSpPr/>
          <p:nvPr/>
        </p:nvSpPr>
        <p:spPr>
          <a:xfrm>
            <a:off x="478003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4050717"/>
              <a:satOff val="-275"/>
              <a:lumOff val="65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3" name="Rectangle 12" descr="Handshake">
            <a:extLst>
              <a:ext uri="{FF2B5EF4-FFF2-40B4-BE49-F238E27FC236}">
                <a16:creationId xmlns:a16="http://schemas.microsoft.com/office/drawing/2014/main" id="{94D41659-EB2B-6262-7AF6-0E195B61BC70}"/>
              </a:ext>
            </a:extLst>
          </p:cNvPr>
          <p:cNvSpPr/>
          <p:nvPr/>
        </p:nvSpPr>
        <p:spPr>
          <a:xfrm>
            <a:off x="248195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2025358"/>
              <a:satOff val="-138"/>
              <a:lumOff val="327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4" name="Rectangle 13" descr="Bullseye">
            <a:extLst>
              <a:ext uri="{FF2B5EF4-FFF2-40B4-BE49-F238E27FC236}">
                <a16:creationId xmlns:a16="http://schemas.microsoft.com/office/drawing/2014/main" id="{4A1A9CED-EA18-7561-AB02-CFEF922409F4}"/>
              </a:ext>
            </a:extLst>
          </p:cNvPr>
          <p:cNvSpPr/>
          <p:nvPr/>
        </p:nvSpPr>
        <p:spPr>
          <a:xfrm>
            <a:off x="33343" y="6596633"/>
            <a:ext cx="229700" cy="229700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4411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16E21-919F-D13A-BABC-8077DE20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 Nova"/>
              </a:rPr>
              <a:t>Our Approach</a:t>
            </a:r>
          </a:p>
        </p:txBody>
      </p:sp>
      <p:sp>
        <p:nvSpPr>
          <p:cNvPr id="9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1" name="Content Placeholder 2">
            <a:extLst>
              <a:ext uri="{FF2B5EF4-FFF2-40B4-BE49-F238E27FC236}">
                <a16:creationId xmlns:a16="http://schemas.microsoft.com/office/drawing/2014/main" id="{3FDD15AE-219C-E6A0-B090-DD5D44005F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6403838"/>
              </p:ext>
            </p:extLst>
          </p:nvPr>
        </p:nvGraphicFramePr>
        <p:xfrm>
          <a:off x="896073" y="2163789"/>
          <a:ext cx="10399852" cy="3499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D1499D3-72FB-08F7-048B-9E2C28C3F5AC}"/>
                  </a:ext>
                </a:extLst>
              </p14:cNvPr>
              <p14:cNvContentPartPr/>
              <p14:nvPr/>
            </p14:nvContentPartPr>
            <p14:xfrm>
              <a:off x="11066546" y="899862"/>
              <a:ext cx="12532" cy="12532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D1499D3-72FB-08F7-048B-9E2C28C3F5A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39946" y="273262"/>
                <a:ext cx="1253200" cy="1253200"/>
              </a:xfrm>
              <a:prstGeom prst="rect">
                <a:avLst/>
              </a:prstGeom>
            </p:spPr>
          </p:pic>
        </mc:Fallback>
      </mc:AlternateContent>
      <p:pic>
        <p:nvPicPr>
          <p:cNvPr id="245" name="Picture 244" descr="A close up of a calendar&#10;&#10;AI-generated content may be incorrect.">
            <a:extLst>
              <a:ext uri="{FF2B5EF4-FFF2-40B4-BE49-F238E27FC236}">
                <a16:creationId xmlns:a16="http://schemas.microsoft.com/office/drawing/2014/main" id="{A4ED11F4-BB7F-310D-0952-E2406FFA64E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334" t="-5922" r="669" b="-8002"/>
          <a:stretch>
            <a:fillRect/>
          </a:stretch>
        </p:blipFill>
        <p:spPr>
          <a:xfrm>
            <a:off x="3143852" y="5668464"/>
            <a:ext cx="2869585" cy="6943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2">
                <a:lumMod val="20000"/>
                <a:lumOff val="8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82" name="Picture 281" descr="A close up of a date&#10;&#10;AI-generated content may be incorrect.">
            <a:extLst>
              <a:ext uri="{FF2B5EF4-FFF2-40B4-BE49-F238E27FC236}">
                <a16:creationId xmlns:a16="http://schemas.microsoft.com/office/drawing/2014/main" id="{ED9627DE-353E-ECEA-1D96-D80D96EBC8E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013" b="-1409"/>
          <a:stretch>
            <a:fillRect/>
          </a:stretch>
        </p:blipFill>
        <p:spPr>
          <a:xfrm>
            <a:off x="7040844" y="5665506"/>
            <a:ext cx="2820153" cy="6922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2">
                <a:lumMod val="20000"/>
                <a:lumOff val="8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10" name="Arrow: Right 609">
            <a:extLst>
              <a:ext uri="{FF2B5EF4-FFF2-40B4-BE49-F238E27FC236}">
                <a16:creationId xmlns:a16="http://schemas.microsoft.com/office/drawing/2014/main" id="{A538D1FD-4824-E7F4-7441-26FF449992B9}"/>
              </a:ext>
            </a:extLst>
          </p:cNvPr>
          <p:cNvSpPr/>
          <p:nvPr/>
        </p:nvSpPr>
        <p:spPr>
          <a:xfrm>
            <a:off x="6177789" y="5900710"/>
            <a:ext cx="699369" cy="375780"/>
          </a:xfrm>
          <a:prstGeom prst="rightArrow">
            <a:avLst/>
          </a:prstGeom>
          <a:solidFill>
            <a:srgbClr val="ED7D3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4" name="Picture 683" descr="A blue and green curves&#10;&#10;AI-generated content may be incorrect.">
            <a:extLst>
              <a:ext uri="{FF2B5EF4-FFF2-40B4-BE49-F238E27FC236}">
                <a16:creationId xmlns:a16="http://schemas.microsoft.com/office/drawing/2014/main" id="{0A037EF2-B520-D635-E5FA-3F8E926760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78931" y="-4306"/>
            <a:ext cx="1326846" cy="11150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Rectangle 11" descr="Stopwatch">
            <a:extLst>
              <a:ext uri="{FF2B5EF4-FFF2-40B4-BE49-F238E27FC236}">
                <a16:creationId xmlns:a16="http://schemas.microsoft.com/office/drawing/2014/main" id="{7FF306A3-BA22-ECDA-DC36-C1A866BCC170}"/>
              </a:ext>
            </a:extLst>
          </p:cNvPr>
          <p:cNvSpPr/>
          <p:nvPr/>
        </p:nvSpPr>
        <p:spPr>
          <a:xfrm>
            <a:off x="1060003" y="6590227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2152150"/>
              <a:satOff val="-826"/>
              <a:lumOff val="196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3" name="Rectangle 12" descr="Footprints">
            <a:extLst>
              <a:ext uri="{FF2B5EF4-FFF2-40B4-BE49-F238E27FC236}">
                <a16:creationId xmlns:a16="http://schemas.microsoft.com/office/drawing/2014/main" id="{B08D5CA5-37AF-1D89-2EBC-F71F2314F8B6}"/>
              </a:ext>
            </a:extLst>
          </p:cNvPr>
          <p:cNvSpPr/>
          <p:nvPr/>
        </p:nvSpPr>
        <p:spPr>
          <a:xfrm>
            <a:off x="873797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0126791"/>
              <a:satOff val="-688"/>
              <a:lumOff val="163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4" name="Rectangle 13" descr="Lightbulb">
            <a:extLst>
              <a:ext uri="{FF2B5EF4-FFF2-40B4-BE49-F238E27FC236}">
                <a16:creationId xmlns:a16="http://schemas.microsoft.com/office/drawing/2014/main" id="{7B03BE5A-FFFE-B8EB-EB5C-03040DDE5C0A}"/>
              </a:ext>
            </a:extLst>
          </p:cNvPr>
          <p:cNvSpPr/>
          <p:nvPr/>
        </p:nvSpPr>
        <p:spPr>
          <a:xfrm>
            <a:off x="696941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8101434"/>
              <a:satOff val="-551"/>
              <a:lumOff val="1307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5" name="Rectangle 14" descr="Checkmark">
            <a:extLst>
              <a:ext uri="{FF2B5EF4-FFF2-40B4-BE49-F238E27FC236}">
                <a16:creationId xmlns:a16="http://schemas.microsoft.com/office/drawing/2014/main" id="{0EA8B443-0D05-624D-A8FC-AB09F01AE20D}"/>
              </a:ext>
            </a:extLst>
          </p:cNvPr>
          <p:cNvSpPr/>
          <p:nvPr/>
        </p:nvSpPr>
        <p:spPr>
          <a:xfrm>
            <a:off x="501942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6076075"/>
              <a:satOff val="-413"/>
              <a:lumOff val="98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6" name="Rectangle 15" descr="Key">
            <a:extLst>
              <a:ext uri="{FF2B5EF4-FFF2-40B4-BE49-F238E27FC236}">
                <a16:creationId xmlns:a16="http://schemas.microsoft.com/office/drawing/2014/main" id="{E5FC663E-1167-7B0D-A9E0-5D3EB6053E3B}"/>
              </a:ext>
            </a:extLst>
          </p:cNvPr>
          <p:cNvSpPr/>
          <p:nvPr/>
        </p:nvSpPr>
        <p:spPr>
          <a:xfrm>
            <a:off x="261699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4050717"/>
              <a:satOff val="-275"/>
              <a:lumOff val="65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7" name="Rectangle 16" descr="Handshake">
            <a:extLst>
              <a:ext uri="{FF2B5EF4-FFF2-40B4-BE49-F238E27FC236}">
                <a16:creationId xmlns:a16="http://schemas.microsoft.com/office/drawing/2014/main" id="{F38F6A5B-C7CB-C10F-3414-A7262434CF31}"/>
              </a:ext>
            </a:extLst>
          </p:cNvPr>
          <p:cNvSpPr/>
          <p:nvPr/>
        </p:nvSpPr>
        <p:spPr>
          <a:xfrm>
            <a:off x="31891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2025358"/>
              <a:satOff val="-138"/>
              <a:lumOff val="327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0591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1B19A4-5118-9630-2819-2C24AD33F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F290B6-D301-C790-714D-F664D6FE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6" y="172755"/>
            <a:ext cx="4750632" cy="191894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 Nova"/>
              </a:rPr>
              <a:t>Key Finding 1 </a:t>
            </a:r>
            <a:br>
              <a:rPr lang="en-US" sz="2800" b="1" dirty="0">
                <a:latin typeface="Arial Nova"/>
              </a:rPr>
            </a:br>
            <a:r>
              <a:rPr lang="en-US" sz="2400" b="1" i="1" dirty="0">
                <a:latin typeface="Arial Nova"/>
              </a:rPr>
              <a:t>High Resource Consumption Does Not Equal High Profitability</a:t>
            </a:r>
            <a:endParaRPr lang="en-US" sz="2400" i="1" dirty="0">
              <a:latin typeface="Arial Nova"/>
            </a:endParaRPr>
          </a:p>
        </p:txBody>
      </p:sp>
      <p:sp>
        <p:nvSpPr>
          <p:cNvPr id="7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C19A62-6A79-A0DE-0B5F-B728DA2C03D9}"/>
              </a:ext>
            </a:extLst>
          </p:cNvPr>
          <p:cNvSpPr txBox="1"/>
          <p:nvPr/>
        </p:nvSpPr>
        <p:spPr>
          <a:xfrm>
            <a:off x="5947547" y="476812"/>
            <a:ext cx="4546634" cy="17288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latin typeface="Arial Nova"/>
              </a:rPr>
              <a:t>Client A: Efficiency Gap</a:t>
            </a:r>
            <a:endParaRPr lang="en-US" sz="2000" dirty="0">
              <a:latin typeface="Arial Nova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 Nova"/>
              </a:rPr>
              <a:t>High meeting volume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 Nova"/>
              </a:rPr>
              <a:t>Below-average hourly rate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 Nova"/>
              </a:rPr>
              <a:t>High opportunity cost (No-shows)</a:t>
            </a:r>
          </a:p>
        </p:txBody>
      </p:sp>
      <p:pic>
        <p:nvPicPr>
          <p:cNvPr id="12" name="Picture 11" descr="A graph with blue circles&#10;&#10;AI-generated content may be incorrect.">
            <a:extLst>
              <a:ext uri="{FF2B5EF4-FFF2-40B4-BE49-F238E27FC236}">
                <a16:creationId xmlns:a16="http://schemas.microsoft.com/office/drawing/2014/main" id="{B5197EC7-9F94-0DC1-2908-9255FB583B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" t="-88" r="232" b="-220"/>
          <a:stretch>
            <a:fillRect/>
          </a:stretch>
        </p:blipFill>
        <p:spPr>
          <a:xfrm>
            <a:off x="7038923" y="2649674"/>
            <a:ext cx="3813112" cy="35686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48915F-E2F0-1B97-E7BC-A13D7F086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746" y="2785372"/>
            <a:ext cx="5007796" cy="3432949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1D02F75A-C07C-5F0F-AB9B-0CD27003BEB6}"/>
              </a:ext>
            </a:extLst>
          </p:cNvPr>
          <p:cNvSpPr/>
          <p:nvPr/>
        </p:nvSpPr>
        <p:spPr>
          <a:xfrm>
            <a:off x="7922417" y="4613053"/>
            <a:ext cx="777199" cy="72705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Curved Up 13">
            <a:extLst>
              <a:ext uri="{FF2B5EF4-FFF2-40B4-BE49-F238E27FC236}">
                <a16:creationId xmlns:a16="http://schemas.microsoft.com/office/drawing/2014/main" id="{19D9FB21-4CF0-0ED4-A806-78F45A859BA2}"/>
              </a:ext>
            </a:extLst>
          </p:cNvPr>
          <p:cNvSpPr/>
          <p:nvPr/>
        </p:nvSpPr>
        <p:spPr>
          <a:xfrm rot="-600000">
            <a:off x="5039619" y="5714112"/>
            <a:ext cx="3241462" cy="691927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844189C-3FB6-28BE-2820-CC4835853E79}"/>
              </a:ext>
            </a:extLst>
          </p:cNvPr>
          <p:cNvSpPr/>
          <p:nvPr/>
        </p:nvSpPr>
        <p:spPr>
          <a:xfrm>
            <a:off x="10216409" y="2782874"/>
            <a:ext cx="782238" cy="945179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green curves&#10;&#10;AI-generated content may be incorrect.">
            <a:extLst>
              <a:ext uri="{FF2B5EF4-FFF2-40B4-BE49-F238E27FC236}">
                <a16:creationId xmlns:a16="http://schemas.microsoft.com/office/drawing/2014/main" id="{CC1938E9-DC72-E4BC-4583-EDD7448AE0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18" r="10929"/>
          <a:stretch>
            <a:fillRect/>
          </a:stretch>
        </p:blipFill>
        <p:spPr>
          <a:xfrm>
            <a:off x="11534415" y="29496"/>
            <a:ext cx="527723" cy="547473"/>
          </a:xfrm>
          <a:prstGeom prst="rect">
            <a:avLst/>
          </a:prstGeom>
        </p:spPr>
      </p:pic>
      <p:sp>
        <p:nvSpPr>
          <p:cNvPr id="16" name="Rectangle 15" descr="Stopwatch">
            <a:extLst>
              <a:ext uri="{FF2B5EF4-FFF2-40B4-BE49-F238E27FC236}">
                <a16:creationId xmlns:a16="http://schemas.microsoft.com/office/drawing/2014/main" id="{E6732A33-D5F8-E07A-6C50-4ABF1CD89A55}"/>
              </a:ext>
            </a:extLst>
          </p:cNvPr>
          <p:cNvSpPr/>
          <p:nvPr/>
        </p:nvSpPr>
        <p:spPr>
          <a:xfrm>
            <a:off x="814196" y="6590227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2152150"/>
              <a:satOff val="-826"/>
              <a:lumOff val="196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7" name="Rectangle 16" descr="Footprints">
            <a:extLst>
              <a:ext uri="{FF2B5EF4-FFF2-40B4-BE49-F238E27FC236}">
                <a16:creationId xmlns:a16="http://schemas.microsoft.com/office/drawing/2014/main" id="{9794279D-3BFB-8AF1-7E3E-42D7DF8A2FC3}"/>
              </a:ext>
            </a:extLst>
          </p:cNvPr>
          <p:cNvSpPr/>
          <p:nvPr/>
        </p:nvSpPr>
        <p:spPr>
          <a:xfrm>
            <a:off x="627990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0126791"/>
              <a:satOff val="-688"/>
              <a:lumOff val="163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8" name="Rectangle 17" descr="Lightbulb">
            <a:extLst>
              <a:ext uri="{FF2B5EF4-FFF2-40B4-BE49-F238E27FC236}">
                <a16:creationId xmlns:a16="http://schemas.microsoft.com/office/drawing/2014/main" id="{7D48865A-2D7C-5B54-69EC-F8BD37CC5E34}"/>
              </a:ext>
            </a:extLst>
          </p:cNvPr>
          <p:cNvSpPr/>
          <p:nvPr/>
        </p:nvSpPr>
        <p:spPr>
          <a:xfrm>
            <a:off x="451134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8101434"/>
              <a:satOff val="-551"/>
              <a:lumOff val="1307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9" name="Rectangle 18" descr="Checkmark">
            <a:extLst>
              <a:ext uri="{FF2B5EF4-FFF2-40B4-BE49-F238E27FC236}">
                <a16:creationId xmlns:a16="http://schemas.microsoft.com/office/drawing/2014/main" id="{A4E38617-2938-2F9A-411E-B54CFB72F39A}"/>
              </a:ext>
            </a:extLst>
          </p:cNvPr>
          <p:cNvSpPr/>
          <p:nvPr/>
        </p:nvSpPr>
        <p:spPr>
          <a:xfrm>
            <a:off x="256135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6076075"/>
              <a:satOff val="-413"/>
              <a:lumOff val="98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0" name="Rectangle 19" descr="Key">
            <a:extLst>
              <a:ext uri="{FF2B5EF4-FFF2-40B4-BE49-F238E27FC236}">
                <a16:creationId xmlns:a16="http://schemas.microsoft.com/office/drawing/2014/main" id="{3E60F145-BCCF-C869-3FEC-73227711AB33}"/>
              </a:ext>
            </a:extLst>
          </p:cNvPr>
          <p:cNvSpPr/>
          <p:nvPr/>
        </p:nvSpPr>
        <p:spPr>
          <a:xfrm>
            <a:off x="15892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4050717"/>
              <a:satOff val="-275"/>
              <a:lumOff val="65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4716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5DAE7-B5DA-0D62-A4B0-81D9DDE05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4" y="167839"/>
            <a:ext cx="7531315" cy="169284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sz="2800" b="1" dirty="0">
                <a:latin typeface="Arial Nova"/>
              </a:rPr>
            </a:br>
            <a:r>
              <a:rPr lang="en-US" b="1" dirty="0">
                <a:latin typeface="Arial Nova"/>
              </a:rPr>
              <a:t>Key Finding 2</a:t>
            </a:r>
            <a:br>
              <a:rPr lang="en-US" sz="3600" b="1" i="1" dirty="0">
                <a:latin typeface="Arial Nova"/>
              </a:rPr>
            </a:br>
            <a:r>
              <a:rPr lang="en-US" sz="3100" b="1" i="1" dirty="0">
                <a:latin typeface="Arial Nova"/>
              </a:rPr>
              <a:t>Half of Top Client Revenue is Overdue</a:t>
            </a:r>
            <a:endParaRPr lang="en-US" sz="3100" i="1" dirty="0">
              <a:latin typeface="Arial Nova"/>
            </a:endParaRPr>
          </a:p>
        </p:txBody>
      </p:sp>
      <p:sp>
        <p:nvSpPr>
          <p:cNvPr id="3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B73DB3-CEDE-2D45-5E16-6855A8EC6ED4}"/>
              </a:ext>
            </a:extLst>
          </p:cNvPr>
          <p:cNvSpPr txBox="1"/>
          <p:nvPr/>
        </p:nvSpPr>
        <p:spPr>
          <a:xfrm>
            <a:off x="762730" y="2762934"/>
            <a:ext cx="6112524" cy="270607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b="1">
              <a:latin typeface="Arial Nova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>
                <a:latin typeface="Arial Nova"/>
              </a:rPr>
              <a:t>Client D: The Cash Flow Risk</a:t>
            </a:r>
            <a:endParaRPr lang="en-US" sz="2000">
              <a:latin typeface="Arial Nova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rial Nova"/>
              </a:rPr>
              <a:t>Top revenue generator: $9k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rial Nova"/>
              </a:rPr>
              <a:t>Critical payment delay: $8k</a:t>
            </a:r>
            <a:endParaRPr lang="en-US" sz="2000">
              <a:latin typeface="Arial Nova"/>
              <a:cs typeface="Arial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rial Nova"/>
                <a:cs typeface="Arial"/>
              </a:rPr>
              <a:t>&gt;</a:t>
            </a:r>
            <a:r>
              <a:rPr lang="en-US" sz="2000">
                <a:latin typeface="Arial Nova"/>
              </a:rPr>
              <a:t>50% of the contributions are debts</a:t>
            </a:r>
            <a:endParaRPr lang="en-US">
              <a:latin typeface="Aptos" panose="02110004020202020204"/>
              <a:cs typeface="Arial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rial Nova"/>
                <a:cs typeface="Arial"/>
              </a:rPr>
              <a:t>&gt;</a:t>
            </a:r>
            <a:r>
              <a:rPr lang="en-US" sz="2000">
                <a:latin typeface="Arial Nova"/>
              </a:rPr>
              <a:t> 90% of debts overdue by &gt; 30 days</a:t>
            </a: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latin typeface="Arial Nova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65413F-42A0-1BB6-436E-65ED8715F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515" y="663121"/>
            <a:ext cx="4655900" cy="2999426"/>
          </a:xfrm>
          <a:prstGeom prst="rect">
            <a:avLst/>
          </a:prstGeom>
        </p:spPr>
      </p:pic>
      <p:pic>
        <p:nvPicPr>
          <p:cNvPr id="5" name="Picture 4" descr="A graph with text and numbers&#10;&#10;AI-generated content may be incorrect.">
            <a:extLst>
              <a:ext uri="{FF2B5EF4-FFF2-40B4-BE49-F238E27FC236}">
                <a16:creationId xmlns:a16="http://schemas.microsoft.com/office/drawing/2014/main" id="{A7836030-AF23-1420-8A1E-320B714D0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514" y="3906617"/>
            <a:ext cx="4667691" cy="1980139"/>
          </a:xfrm>
          <a:prstGeom prst="rect">
            <a:avLst/>
          </a:prstGeom>
        </p:spPr>
      </p:pic>
      <p:pic>
        <p:nvPicPr>
          <p:cNvPr id="6" name="Picture 5" descr="A blue and green curves&#10;&#10;AI-generated content may be incorrect.">
            <a:extLst>
              <a:ext uri="{FF2B5EF4-FFF2-40B4-BE49-F238E27FC236}">
                <a16:creationId xmlns:a16="http://schemas.microsoft.com/office/drawing/2014/main" id="{4F4D334F-B0F1-4909-E7D0-8EC893C93F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18" r="10929"/>
          <a:stretch>
            <a:fillRect/>
          </a:stretch>
        </p:blipFill>
        <p:spPr>
          <a:xfrm>
            <a:off x="11534415" y="29496"/>
            <a:ext cx="527723" cy="547473"/>
          </a:xfrm>
          <a:prstGeom prst="rect">
            <a:avLst/>
          </a:prstGeom>
        </p:spPr>
      </p:pic>
      <p:sp>
        <p:nvSpPr>
          <p:cNvPr id="9" name="Rectangle 8" descr="Stopwatch">
            <a:extLst>
              <a:ext uri="{FF2B5EF4-FFF2-40B4-BE49-F238E27FC236}">
                <a16:creationId xmlns:a16="http://schemas.microsoft.com/office/drawing/2014/main" id="{21EE2FD7-F42D-41FD-DE9B-9BC717742FEB}"/>
              </a:ext>
            </a:extLst>
          </p:cNvPr>
          <p:cNvSpPr/>
          <p:nvPr/>
        </p:nvSpPr>
        <p:spPr>
          <a:xfrm>
            <a:off x="814196" y="6590227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2152150"/>
              <a:satOff val="-826"/>
              <a:lumOff val="196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Rectangle 9" descr="Footprints">
            <a:extLst>
              <a:ext uri="{FF2B5EF4-FFF2-40B4-BE49-F238E27FC236}">
                <a16:creationId xmlns:a16="http://schemas.microsoft.com/office/drawing/2014/main" id="{194B7BA9-FFFE-4B38-B8F8-164CB9827CA7}"/>
              </a:ext>
            </a:extLst>
          </p:cNvPr>
          <p:cNvSpPr/>
          <p:nvPr/>
        </p:nvSpPr>
        <p:spPr>
          <a:xfrm>
            <a:off x="627990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0126791"/>
              <a:satOff val="-688"/>
              <a:lumOff val="163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1" name="Rectangle 10" descr="Lightbulb">
            <a:extLst>
              <a:ext uri="{FF2B5EF4-FFF2-40B4-BE49-F238E27FC236}">
                <a16:creationId xmlns:a16="http://schemas.microsoft.com/office/drawing/2014/main" id="{22F66E61-C440-892E-E195-ADD7165A0FE3}"/>
              </a:ext>
            </a:extLst>
          </p:cNvPr>
          <p:cNvSpPr/>
          <p:nvPr/>
        </p:nvSpPr>
        <p:spPr>
          <a:xfrm>
            <a:off x="451134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8101434"/>
              <a:satOff val="-551"/>
              <a:lumOff val="1307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Rectangle 11" descr="Checkmark">
            <a:extLst>
              <a:ext uri="{FF2B5EF4-FFF2-40B4-BE49-F238E27FC236}">
                <a16:creationId xmlns:a16="http://schemas.microsoft.com/office/drawing/2014/main" id="{83F35D93-0395-2BE0-321C-167345E5E41D}"/>
              </a:ext>
            </a:extLst>
          </p:cNvPr>
          <p:cNvSpPr/>
          <p:nvPr/>
        </p:nvSpPr>
        <p:spPr>
          <a:xfrm>
            <a:off x="256135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6076075"/>
              <a:satOff val="-413"/>
              <a:lumOff val="98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3" name="Rectangle 12" descr="Key">
            <a:extLst>
              <a:ext uri="{FF2B5EF4-FFF2-40B4-BE49-F238E27FC236}">
                <a16:creationId xmlns:a16="http://schemas.microsoft.com/office/drawing/2014/main" id="{B687EA83-0B1A-D628-1BEB-9B905791489A}"/>
              </a:ext>
            </a:extLst>
          </p:cNvPr>
          <p:cNvSpPr/>
          <p:nvPr/>
        </p:nvSpPr>
        <p:spPr>
          <a:xfrm>
            <a:off x="15892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4050717"/>
              <a:satOff val="-275"/>
              <a:lumOff val="65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471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54DF0-21F9-9C83-8821-043C2BAE5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350" y="573105"/>
            <a:ext cx="3533601" cy="13427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latin typeface="Arial Nova"/>
              </a:rPr>
              <a:t>KPIs in Action</a:t>
            </a:r>
          </a:p>
        </p:txBody>
      </p:sp>
      <p:sp>
        <p:nvSpPr>
          <p:cNvPr id="5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D956C6-EB64-1C6D-E1BB-CB5069072EC2}"/>
              </a:ext>
            </a:extLst>
          </p:cNvPr>
          <p:cNvSpPr txBox="1"/>
          <p:nvPr/>
        </p:nvSpPr>
        <p:spPr>
          <a:xfrm>
            <a:off x="5039451" y="333544"/>
            <a:ext cx="5982456" cy="202382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ja-JP" sz="2000" b="1" i="1" dirty="0">
                <a:latin typeface="Arial Nova"/>
                <a:ea typeface="游ゴシック"/>
              </a:rPr>
              <a:t>Good Growth: </a:t>
            </a:r>
            <a:r>
              <a:rPr lang="en-US" altLang="ja-JP" sz="2000" dirty="0">
                <a:latin typeface="Arial Nova"/>
                <a:ea typeface="游ゴシック"/>
              </a:rPr>
              <a:t>$23.25k revenue &amp; 8.46% MoM growth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ja-JP" sz="2000" b="1" i="1" dirty="0">
                <a:latin typeface="Arial Nova"/>
                <a:ea typeface="游ゴシック"/>
              </a:rPr>
              <a:t>Average Rate:</a:t>
            </a:r>
            <a:r>
              <a:rPr lang="en-US" altLang="ja-JP" sz="2000" dirty="0">
                <a:latin typeface="Arial Nova"/>
                <a:ea typeface="游ゴシック"/>
              </a:rPr>
              <a:t> $117.63 per hour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ja-JP" sz="2000" b="1" i="1" dirty="0">
                <a:latin typeface="Arial Nova"/>
                <a:ea typeface="游ゴシック"/>
              </a:rPr>
              <a:t>Big Warning: </a:t>
            </a:r>
            <a:r>
              <a:rPr lang="en-US" altLang="ja-JP" sz="2000" dirty="0">
                <a:latin typeface="Arial Nova"/>
                <a:ea typeface="游ゴシック"/>
              </a:rPr>
              <a:t>210.92% payment issues</a:t>
            </a:r>
          </a:p>
        </p:txBody>
      </p:sp>
      <p:pic>
        <p:nvPicPr>
          <p:cNvPr id="4" name="Content Placeholder 3" descr="A screenshot of a phone&#10;&#10;AI-generated content may be incorrect.">
            <a:extLst>
              <a:ext uri="{FF2B5EF4-FFF2-40B4-BE49-F238E27FC236}">
                <a16:creationId xmlns:a16="http://schemas.microsoft.com/office/drawing/2014/main" id="{AB1B5951-0F3D-CEBB-332F-4BB6BCABE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031" y="2690913"/>
            <a:ext cx="10607121" cy="3792872"/>
          </a:xfrm>
          <a:prstGeom prst="rect">
            <a:avLst/>
          </a:prstGeom>
        </p:spPr>
      </p:pic>
      <p:pic>
        <p:nvPicPr>
          <p:cNvPr id="5" name="Picture 4" descr="A blue and green curves&#10;&#10;AI-generated content may be incorrect.">
            <a:extLst>
              <a:ext uri="{FF2B5EF4-FFF2-40B4-BE49-F238E27FC236}">
                <a16:creationId xmlns:a16="http://schemas.microsoft.com/office/drawing/2014/main" id="{B2F59620-9C87-64A5-3D2C-A86BB96335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18" r="10929"/>
          <a:stretch>
            <a:fillRect/>
          </a:stretch>
        </p:blipFill>
        <p:spPr>
          <a:xfrm>
            <a:off x="11534415" y="29496"/>
            <a:ext cx="527723" cy="547473"/>
          </a:xfrm>
          <a:prstGeom prst="rect">
            <a:avLst/>
          </a:prstGeom>
        </p:spPr>
      </p:pic>
      <p:sp>
        <p:nvSpPr>
          <p:cNvPr id="8" name="Rectangle 7" descr="Stopwatch">
            <a:extLst>
              <a:ext uri="{FF2B5EF4-FFF2-40B4-BE49-F238E27FC236}">
                <a16:creationId xmlns:a16="http://schemas.microsoft.com/office/drawing/2014/main" id="{3369DF48-2981-761A-75F4-B0CF999B2616}"/>
              </a:ext>
            </a:extLst>
          </p:cNvPr>
          <p:cNvSpPr/>
          <p:nvPr/>
        </p:nvSpPr>
        <p:spPr>
          <a:xfrm>
            <a:off x="588051" y="6590227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2152150"/>
              <a:satOff val="-826"/>
              <a:lumOff val="196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" name="Rectangle 8" descr="Footprints">
            <a:extLst>
              <a:ext uri="{FF2B5EF4-FFF2-40B4-BE49-F238E27FC236}">
                <a16:creationId xmlns:a16="http://schemas.microsoft.com/office/drawing/2014/main" id="{B4F604E3-FB5A-CCCA-BC67-2DE955210093}"/>
              </a:ext>
            </a:extLst>
          </p:cNvPr>
          <p:cNvSpPr/>
          <p:nvPr/>
        </p:nvSpPr>
        <p:spPr>
          <a:xfrm>
            <a:off x="401845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0126791"/>
              <a:satOff val="-688"/>
              <a:lumOff val="163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Rectangle 9" descr="Lightbulb">
            <a:extLst>
              <a:ext uri="{FF2B5EF4-FFF2-40B4-BE49-F238E27FC236}">
                <a16:creationId xmlns:a16="http://schemas.microsoft.com/office/drawing/2014/main" id="{B8554918-164F-54C9-4B80-B57D635F5014}"/>
              </a:ext>
            </a:extLst>
          </p:cNvPr>
          <p:cNvSpPr/>
          <p:nvPr/>
        </p:nvSpPr>
        <p:spPr>
          <a:xfrm>
            <a:off x="224989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8101434"/>
              <a:satOff val="-551"/>
              <a:lumOff val="1307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1" name="Rectangle 10" descr="Checkmark">
            <a:extLst>
              <a:ext uri="{FF2B5EF4-FFF2-40B4-BE49-F238E27FC236}">
                <a16:creationId xmlns:a16="http://schemas.microsoft.com/office/drawing/2014/main" id="{4E761E0E-4504-A019-8157-FF7E4A25D113}"/>
              </a:ext>
            </a:extLst>
          </p:cNvPr>
          <p:cNvSpPr/>
          <p:nvPr/>
        </p:nvSpPr>
        <p:spPr>
          <a:xfrm>
            <a:off x="29990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6076075"/>
              <a:satOff val="-413"/>
              <a:lumOff val="98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6913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0CE00A-5407-D7B9-2505-B4F4A73F7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2" name="Rectangle 83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CE091-53F0-7EDF-EC61-0F9C8E69E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69854"/>
            <a:ext cx="6665726" cy="1058635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Arial Nova"/>
              </a:rPr>
              <a:t>Recommendation 1</a:t>
            </a:r>
          </a:p>
        </p:txBody>
      </p:sp>
      <p:sp>
        <p:nvSpPr>
          <p:cNvPr id="83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20" name="Diagram 819">
            <a:extLst>
              <a:ext uri="{FF2B5EF4-FFF2-40B4-BE49-F238E27FC236}">
                <a16:creationId xmlns:a16="http://schemas.microsoft.com/office/drawing/2014/main" id="{35382449-0174-5944-49E6-56DEB02349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0955840"/>
              </p:ext>
            </p:extLst>
          </p:nvPr>
        </p:nvGraphicFramePr>
        <p:xfrm>
          <a:off x="974095" y="2050163"/>
          <a:ext cx="10242677" cy="385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62" name="TextBox 1261">
            <a:extLst>
              <a:ext uri="{FF2B5EF4-FFF2-40B4-BE49-F238E27FC236}">
                <a16:creationId xmlns:a16="http://schemas.microsoft.com/office/drawing/2014/main" id="{C38DE42C-C9AE-8A25-E115-6D9F81FCA098}"/>
              </a:ext>
            </a:extLst>
          </p:cNvPr>
          <p:cNvSpPr txBox="1"/>
          <p:nvPr/>
        </p:nvSpPr>
        <p:spPr>
          <a:xfrm>
            <a:off x="2159801" y="2433064"/>
            <a:ext cx="78693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i="1" dirty="0">
                <a:latin typeface="Arial Nova"/>
                <a:ea typeface="Calibri"/>
                <a:cs typeface="Calibri"/>
              </a:rPr>
              <a:t>Fix the payment collection process:</a:t>
            </a:r>
            <a:endParaRPr lang="en-US" sz="3600" dirty="0">
              <a:latin typeface="Arial Nova"/>
            </a:endParaRPr>
          </a:p>
        </p:txBody>
      </p:sp>
      <p:pic>
        <p:nvPicPr>
          <p:cNvPr id="3" name="Picture 2" descr="A blue and green curves&#10;&#10;AI-generated content may be incorrect.">
            <a:extLst>
              <a:ext uri="{FF2B5EF4-FFF2-40B4-BE49-F238E27FC236}">
                <a16:creationId xmlns:a16="http://schemas.microsoft.com/office/drawing/2014/main" id="{6B41E909-1814-C550-183F-4B969048F9D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318" r="10929"/>
          <a:stretch>
            <a:fillRect/>
          </a:stretch>
        </p:blipFill>
        <p:spPr>
          <a:xfrm>
            <a:off x="11534415" y="29496"/>
            <a:ext cx="527723" cy="547473"/>
          </a:xfrm>
          <a:prstGeom prst="rect">
            <a:avLst/>
          </a:prstGeom>
        </p:spPr>
      </p:pic>
      <p:sp>
        <p:nvSpPr>
          <p:cNvPr id="5" name="Rectangle 4" descr="Stopwatch">
            <a:extLst>
              <a:ext uri="{FF2B5EF4-FFF2-40B4-BE49-F238E27FC236}">
                <a16:creationId xmlns:a16="http://schemas.microsoft.com/office/drawing/2014/main" id="{731D117E-5CF1-A0AD-B822-0AB08CC650A7}"/>
              </a:ext>
            </a:extLst>
          </p:cNvPr>
          <p:cNvSpPr/>
          <p:nvPr/>
        </p:nvSpPr>
        <p:spPr>
          <a:xfrm>
            <a:off x="381577" y="6590227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2152150"/>
              <a:satOff val="-826"/>
              <a:lumOff val="196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6" name="Rectangle 5" descr="Footprints">
            <a:extLst>
              <a:ext uri="{FF2B5EF4-FFF2-40B4-BE49-F238E27FC236}">
                <a16:creationId xmlns:a16="http://schemas.microsoft.com/office/drawing/2014/main" id="{B21C2932-C5BC-3258-3A3A-8EFF05BEA324}"/>
              </a:ext>
            </a:extLst>
          </p:cNvPr>
          <p:cNvSpPr/>
          <p:nvPr/>
        </p:nvSpPr>
        <p:spPr>
          <a:xfrm>
            <a:off x="195371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0126791"/>
              <a:satOff val="-688"/>
              <a:lumOff val="163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7" name="Rectangle 6" descr="Lightbulb">
            <a:extLst>
              <a:ext uri="{FF2B5EF4-FFF2-40B4-BE49-F238E27FC236}">
                <a16:creationId xmlns:a16="http://schemas.microsoft.com/office/drawing/2014/main" id="{502442A3-CC52-0FFB-8004-B456D5555582}"/>
              </a:ext>
            </a:extLst>
          </p:cNvPr>
          <p:cNvSpPr/>
          <p:nvPr/>
        </p:nvSpPr>
        <p:spPr>
          <a:xfrm>
            <a:off x="18515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8101434"/>
              <a:satOff val="-551"/>
              <a:lumOff val="1307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4108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DAFCA6-329F-B509-8E16-868B5376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2" name="Diagram 271">
            <a:extLst>
              <a:ext uri="{FF2B5EF4-FFF2-40B4-BE49-F238E27FC236}">
                <a16:creationId xmlns:a16="http://schemas.microsoft.com/office/drawing/2014/main" id="{72555345-0625-D00C-9EE3-64184B9212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2380941"/>
              </p:ext>
            </p:extLst>
          </p:nvPr>
        </p:nvGraphicFramePr>
        <p:xfrm>
          <a:off x="668972" y="2677077"/>
          <a:ext cx="10854052" cy="35282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07" name="TextBox 806">
            <a:extLst>
              <a:ext uri="{FF2B5EF4-FFF2-40B4-BE49-F238E27FC236}">
                <a16:creationId xmlns:a16="http://schemas.microsoft.com/office/drawing/2014/main" id="{D5E7F16B-F898-C014-0464-AE8F05C9830E}"/>
              </a:ext>
            </a:extLst>
          </p:cNvPr>
          <p:cNvSpPr txBox="1"/>
          <p:nvPr/>
        </p:nvSpPr>
        <p:spPr>
          <a:xfrm>
            <a:off x="1994915" y="2123423"/>
            <a:ext cx="819912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i="1" dirty="0">
                <a:latin typeface="Arial Nova"/>
              </a:rPr>
              <a:t>Improve revenue efficiency per hour: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08BD9D5-23E4-DBA9-DB47-25A8E078EA03}"/>
              </a:ext>
            </a:extLst>
          </p:cNvPr>
          <p:cNvSpPr txBox="1">
            <a:spLocks/>
          </p:cNvSpPr>
          <p:nvPr/>
        </p:nvSpPr>
        <p:spPr>
          <a:xfrm>
            <a:off x="572493" y="269854"/>
            <a:ext cx="6665726" cy="1058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 Nova"/>
              </a:rPr>
              <a:t>Recommendation 2</a:t>
            </a:r>
          </a:p>
        </p:txBody>
      </p:sp>
      <p:pic>
        <p:nvPicPr>
          <p:cNvPr id="7" name="Picture 6" descr="A blue and green curves&#10;&#10;AI-generated content may be incorrect.">
            <a:extLst>
              <a:ext uri="{FF2B5EF4-FFF2-40B4-BE49-F238E27FC236}">
                <a16:creationId xmlns:a16="http://schemas.microsoft.com/office/drawing/2014/main" id="{88C7C35E-B629-A526-B88B-9661D24A8D4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318" r="10929"/>
          <a:stretch>
            <a:fillRect/>
          </a:stretch>
        </p:blipFill>
        <p:spPr>
          <a:xfrm>
            <a:off x="11534415" y="29496"/>
            <a:ext cx="527723" cy="547473"/>
          </a:xfrm>
          <a:prstGeom prst="rect">
            <a:avLst/>
          </a:prstGeom>
        </p:spPr>
      </p:pic>
      <p:sp>
        <p:nvSpPr>
          <p:cNvPr id="13" name="Rectangle 12" descr="Stopwatch">
            <a:extLst>
              <a:ext uri="{FF2B5EF4-FFF2-40B4-BE49-F238E27FC236}">
                <a16:creationId xmlns:a16="http://schemas.microsoft.com/office/drawing/2014/main" id="{5A3726BE-EE06-9122-4EA4-25020FA29992}"/>
              </a:ext>
            </a:extLst>
          </p:cNvPr>
          <p:cNvSpPr/>
          <p:nvPr/>
        </p:nvSpPr>
        <p:spPr>
          <a:xfrm>
            <a:off x="381577" y="6590227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2152150"/>
              <a:satOff val="-826"/>
              <a:lumOff val="196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5" name="Rectangle 14" descr="Footprints">
            <a:extLst>
              <a:ext uri="{FF2B5EF4-FFF2-40B4-BE49-F238E27FC236}">
                <a16:creationId xmlns:a16="http://schemas.microsoft.com/office/drawing/2014/main" id="{B4C40D5C-8761-1B87-8643-8D9C7C5346CB}"/>
              </a:ext>
            </a:extLst>
          </p:cNvPr>
          <p:cNvSpPr/>
          <p:nvPr/>
        </p:nvSpPr>
        <p:spPr>
          <a:xfrm>
            <a:off x="195371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0126791"/>
              <a:satOff val="-688"/>
              <a:lumOff val="163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6" name="Rectangle 15" descr="Lightbulb">
            <a:extLst>
              <a:ext uri="{FF2B5EF4-FFF2-40B4-BE49-F238E27FC236}">
                <a16:creationId xmlns:a16="http://schemas.microsoft.com/office/drawing/2014/main" id="{C5AE3467-3486-E966-95F2-A82B28716740}"/>
              </a:ext>
            </a:extLst>
          </p:cNvPr>
          <p:cNvSpPr/>
          <p:nvPr/>
        </p:nvSpPr>
        <p:spPr>
          <a:xfrm>
            <a:off x="18515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8101434"/>
              <a:satOff val="-551"/>
              <a:lumOff val="1307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026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60EF0-E374-5CE4-ED55-67B7F25A1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D048172-C100-B9B6-40DF-6C7DA6ED3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0A5F00C7-EA41-6BD6-EDC7-82ACBD111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2" name="Diagram 171">
            <a:extLst>
              <a:ext uri="{FF2B5EF4-FFF2-40B4-BE49-F238E27FC236}">
                <a16:creationId xmlns:a16="http://schemas.microsoft.com/office/drawing/2014/main" id="{9E74F78E-1A0F-4AEB-53EB-FA3035B1B8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3623256"/>
              </p:ext>
            </p:extLst>
          </p:nvPr>
        </p:nvGraphicFramePr>
        <p:xfrm>
          <a:off x="672314" y="2588547"/>
          <a:ext cx="10797655" cy="30778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92" name="TextBox 991">
            <a:extLst>
              <a:ext uri="{FF2B5EF4-FFF2-40B4-BE49-F238E27FC236}">
                <a16:creationId xmlns:a16="http://schemas.microsoft.com/office/drawing/2014/main" id="{30E452DC-8CE3-BFEE-7622-E444893CDBCB}"/>
              </a:ext>
            </a:extLst>
          </p:cNvPr>
          <p:cNvSpPr txBox="1"/>
          <p:nvPr/>
        </p:nvSpPr>
        <p:spPr>
          <a:xfrm>
            <a:off x="867182" y="2588547"/>
            <a:ext cx="1045458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 dirty="0">
                <a:latin typeface="Arial Nova"/>
                <a:ea typeface="Calibri"/>
                <a:cs typeface="Calibri"/>
              </a:rPr>
              <a:t>Actively develop new high-value client relationships:</a:t>
            </a:r>
            <a:endParaRPr lang="en-US" sz="3200" dirty="0">
              <a:latin typeface="Arial Nova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FA2DF27-8620-858E-3699-6B65740CE694}"/>
              </a:ext>
            </a:extLst>
          </p:cNvPr>
          <p:cNvSpPr txBox="1">
            <a:spLocks/>
          </p:cNvSpPr>
          <p:nvPr/>
        </p:nvSpPr>
        <p:spPr>
          <a:xfrm>
            <a:off x="572493" y="269854"/>
            <a:ext cx="6665726" cy="1058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 Nova"/>
              </a:rPr>
              <a:t>Recommendation 3</a:t>
            </a:r>
          </a:p>
        </p:txBody>
      </p:sp>
      <p:pic>
        <p:nvPicPr>
          <p:cNvPr id="6" name="Picture 5" descr="A blue and green curves&#10;&#10;AI-generated content may be incorrect.">
            <a:extLst>
              <a:ext uri="{FF2B5EF4-FFF2-40B4-BE49-F238E27FC236}">
                <a16:creationId xmlns:a16="http://schemas.microsoft.com/office/drawing/2014/main" id="{E13D9CAA-1100-EEC2-0C1A-5C11606FBBB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318" r="10929"/>
          <a:stretch>
            <a:fillRect/>
          </a:stretch>
        </p:blipFill>
        <p:spPr>
          <a:xfrm>
            <a:off x="11534415" y="29496"/>
            <a:ext cx="527723" cy="547473"/>
          </a:xfrm>
          <a:prstGeom prst="rect">
            <a:avLst/>
          </a:prstGeom>
        </p:spPr>
      </p:pic>
      <p:sp>
        <p:nvSpPr>
          <p:cNvPr id="8" name="Rectangle 7" descr="Stopwatch">
            <a:extLst>
              <a:ext uri="{FF2B5EF4-FFF2-40B4-BE49-F238E27FC236}">
                <a16:creationId xmlns:a16="http://schemas.microsoft.com/office/drawing/2014/main" id="{287B0FDD-C46B-2ADD-CE9E-5D3C3EB7F452}"/>
              </a:ext>
            </a:extLst>
          </p:cNvPr>
          <p:cNvSpPr/>
          <p:nvPr/>
        </p:nvSpPr>
        <p:spPr>
          <a:xfrm>
            <a:off x="381577" y="6590227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2152150"/>
              <a:satOff val="-826"/>
              <a:lumOff val="196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" name="Rectangle 8" descr="Footprints">
            <a:extLst>
              <a:ext uri="{FF2B5EF4-FFF2-40B4-BE49-F238E27FC236}">
                <a16:creationId xmlns:a16="http://schemas.microsoft.com/office/drawing/2014/main" id="{A172604C-9A34-1726-661A-0F53824A615A}"/>
              </a:ext>
            </a:extLst>
          </p:cNvPr>
          <p:cNvSpPr/>
          <p:nvPr/>
        </p:nvSpPr>
        <p:spPr>
          <a:xfrm>
            <a:off x="195371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0126791"/>
              <a:satOff val="-688"/>
              <a:lumOff val="163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Rectangle 9" descr="Lightbulb">
            <a:extLst>
              <a:ext uri="{FF2B5EF4-FFF2-40B4-BE49-F238E27FC236}">
                <a16:creationId xmlns:a16="http://schemas.microsoft.com/office/drawing/2014/main" id="{9ACA15E0-FF7F-C0AE-A6D9-39339B659F12}"/>
              </a:ext>
            </a:extLst>
          </p:cNvPr>
          <p:cNvSpPr/>
          <p:nvPr/>
        </p:nvSpPr>
        <p:spPr>
          <a:xfrm>
            <a:off x="18515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8101434"/>
              <a:satOff val="-551"/>
              <a:lumOff val="1307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6839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7" name="Rectangle 13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54248E-FD1D-A186-310C-B54D2F995A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5026068"/>
              </p:ext>
            </p:extLst>
          </p:nvPr>
        </p:nvGraphicFramePr>
        <p:xfrm>
          <a:off x="1271863" y="2123508"/>
          <a:ext cx="9657168" cy="43592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9CA84FCB-57AE-195D-D67A-F15C7CDDE0EC}"/>
              </a:ext>
            </a:extLst>
          </p:cNvPr>
          <p:cNvSpPr txBox="1">
            <a:spLocks/>
          </p:cNvSpPr>
          <p:nvPr/>
        </p:nvSpPr>
        <p:spPr>
          <a:xfrm>
            <a:off x="572493" y="269854"/>
            <a:ext cx="6665726" cy="1058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 Nova"/>
              </a:rPr>
              <a:t>Next Steps</a:t>
            </a:r>
          </a:p>
        </p:txBody>
      </p:sp>
      <p:pic>
        <p:nvPicPr>
          <p:cNvPr id="8" name="Picture 7" descr="A blue and green curves&#10;&#10;AI-generated content may be incorrect.">
            <a:extLst>
              <a:ext uri="{FF2B5EF4-FFF2-40B4-BE49-F238E27FC236}">
                <a16:creationId xmlns:a16="http://schemas.microsoft.com/office/drawing/2014/main" id="{02564EDB-099D-2F83-1984-1FB16D3998F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318" r="10929"/>
          <a:stretch>
            <a:fillRect/>
          </a:stretch>
        </p:blipFill>
        <p:spPr>
          <a:xfrm>
            <a:off x="11534415" y="29496"/>
            <a:ext cx="527723" cy="547473"/>
          </a:xfrm>
          <a:prstGeom prst="rect">
            <a:avLst/>
          </a:prstGeom>
        </p:spPr>
      </p:pic>
      <p:sp>
        <p:nvSpPr>
          <p:cNvPr id="10" name="Rectangle 9" descr="Stopwatch">
            <a:extLst>
              <a:ext uri="{FF2B5EF4-FFF2-40B4-BE49-F238E27FC236}">
                <a16:creationId xmlns:a16="http://schemas.microsoft.com/office/drawing/2014/main" id="{799A7221-0769-4BDC-7240-A51558AC9A55}"/>
              </a:ext>
            </a:extLst>
          </p:cNvPr>
          <p:cNvSpPr/>
          <p:nvPr/>
        </p:nvSpPr>
        <p:spPr>
          <a:xfrm>
            <a:off x="204601" y="6590227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2152150"/>
              <a:satOff val="-826"/>
              <a:lumOff val="196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1" name="Rectangle 10" descr="Footprints">
            <a:extLst>
              <a:ext uri="{FF2B5EF4-FFF2-40B4-BE49-F238E27FC236}">
                <a16:creationId xmlns:a16="http://schemas.microsoft.com/office/drawing/2014/main" id="{6DCF18E8-33FD-008E-1BFB-1B3420703E12}"/>
              </a:ext>
            </a:extLst>
          </p:cNvPr>
          <p:cNvSpPr/>
          <p:nvPr/>
        </p:nvSpPr>
        <p:spPr>
          <a:xfrm>
            <a:off x="18395" y="6596632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0126791"/>
              <a:satOff val="-688"/>
              <a:lumOff val="163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2197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EAA2A-6909-3209-AE33-2BE51C59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988" y="320041"/>
            <a:ext cx="6707084" cy="38926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Q&amp;A Time!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74F49F-7ECA-9A82-945E-8D69FED47502}"/>
              </a:ext>
            </a:extLst>
          </p:cNvPr>
          <p:cNvSpPr txBox="1"/>
          <p:nvPr/>
        </p:nvSpPr>
        <p:spPr>
          <a:xfrm>
            <a:off x="4853699" y="4620723"/>
            <a:ext cx="6707366" cy="1569486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600" b="1" kern="1200">
                <a:latin typeface="Arial Nova"/>
              </a:rPr>
              <a:t>Thank You!</a:t>
            </a:r>
          </a:p>
        </p:txBody>
      </p:sp>
      <p:pic>
        <p:nvPicPr>
          <p:cNvPr id="6" name="Graphic 5" descr="Questions">
            <a:extLst>
              <a:ext uri="{FF2B5EF4-FFF2-40B4-BE49-F238E27FC236}">
                <a16:creationId xmlns:a16="http://schemas.microsoft.com/office/drawing/2014/main" id="{132D2ED5-409C-69C9-9CDE-31B51C6BF7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226248"/>
            <a:ext cx="4087368" cy="4087368"/>
          </a:xfrm>
          <a:prstGeom prst="rect">
            <a:avLst/>
          </a:prstGeom>
        </p:spPr>
      </p:pic>
      <p:sp>
        <p:nvSpPr>
          <p:cNvPr id="2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green curves&#10;&#10;AI-generated content may be incorrect.">
            <a:extLst>
              <a:ext uri="{FF2B5EF4-FFF2-40B4-BE49-F238E27FC236}">
                <a16:creationId xmlns:a16="http://schemas.microsoft.com/office/drawing/2014/main" id="{AA780FF4-A8D6-E8A3-6C37-99301826C0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18" r="10929"/>
          <a:stretch>
            <a:fillRect/>
          </a:stretch>
        </p:blipFill>
        <p:spPr>
          <a:xfrm>
            <a:off x="11534415" y="29496"/>
            <a:ext cx="527723" cy="547473"/>
          </a:xfrm>
          <a:prstGeom prst="rect">
            <a:avLst/>
          </a:prstGeom>
        </p:spPr>
      </p:pic>
      <p:sp>
        <p:nvSpPr>
          <p:cNvPr id="9" name="Rectangle 8" descr="Stopwatch">
            <a:extLst>
              <a:ext uri="{FF2B5EF4-FFF2-40B4-BE49-F238E27FC236}">
                <a16:creationId xmlns:a16="http://schemas.microsoft.com/office/drawing/2014/main" id="{43A8EDFC-4E46-24E4-290D-3893AF6974D6}"/>
              </a:ext>
            </a:extLst>
          </p:cNvPr>
          <p:cNvSpPr/>
          <p:nvPr/>
        </p:nvSpPr>
        <p:spPr>
          <a:xfrm>
            <a:off x="17789" y="6590227"/>
            <a:ext cx="229701" cy="22970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-12152150"/>
              <a:satOff val="-826"/>
              <a:lumOff val="196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9353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873553d-9c2c-4368-abfc-6b1571b8d4c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392FA81A8BDD42994730CCA989B228" ma:contentTypeVersion="5" ma:contentTypeDescription="Create a new document." ma:contentTypeScope="" ma:versionID="ef58f0859af75e0c136a586068a98291">
  <xsd:schema xmlns:xsd="http://www.w3.org/2001/XMLSchema" xmlns:xs="http://www.w3.org/2001/XMLSchema" xmlns:p="http://schemas.microsoft.com/office/2006/metadata/properties" xmlns:ns3="e873553d-9c2c-4368-abfc-6b1571b8d4ca" targetNamespace="http://schemas.microsoft.com/office/2006/metadata/properties" ma:root="true" ma:fieldsID="9c0f6c16e124837de5160fbb875a5ea1" ns3:_="">
    <xsd:import namespace="e873553d-9c2c-4368-abfc-6b1571b8d4c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73553d-9c2c-4368-abfc-6b1571b8d4c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E3FD06-7C10-4DB7-84EF-6C8DB111D8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698F79-61D3-449D-AAC1-C786121FD5BA}">
  <ds:schemaRefs>
    <ds:schemaRef ds:uri="http://purl.org/dc/elements/1.1/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e873553d-9c2c-4368-abfc-6b1571b8d4ca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99D1041F-4D31-461D-85C5-606BD7DFE839}">
  <ds:schemaRefs>
    <ds:schemaRef ds:uri="e873553d-9c2c-4368-abfc-6b1571b8d4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435</Words>
  <Application>Microsoft Office PowerPoint</Application>
  <PresentationFormat>Widescreen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Arial Nova</vt:lpstr>
      <vt:lpstr>Calibri</vt:lpstr>
      <vt:lpstr>Office Theme</vt:lpstr>
      <vt:lpstr>From Data to Decision:   A Data-Driven Roadmap for COMPANY X</vt:lpstr>
      <vt:lpstr>Problem Statement and Context</vt:lpstr>
      <vt:lpstr>Agenda</vt:lpstr>
      <vt:lpstr>Goals</vt:lpstr>
      <vt:lpstr>Our Approach</vt:lpstr>
      <vt:lpstr>Key Finding 1  High Resource Consumption Does Not Equal High Profitability</vt:lpstr>
      <vt:lpstr> Key Finding 2 Half of Top Client Revenue is Overdue</vt:lpstr>
      <vt:lpstr>KPIs in Action</vt:lpstr>
      <vt:lpstr>Recommendation 1</vt:lpstr>
      <vt:lpstr>PowerPoint Presentation</vt:lpstr>
      <vt:lpstr>PowerPoint Presentation</vt:lpstr>
      <vt:lpstr>PowerPoint Presentation</vt:lpstr>
      <vt:lpstr>Q&amp;A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Data to Decision:   A Data-Driven Roadmap for Ada Analytics</dc:title>
  <dc:creator>Antunes, Jason</dc:creator>
  <cp:lastModifiedBy>Antunes, Jason</cp:lastModifiedBy>
  <cp:revision>4</cp:revision>
  <dcterms:created xsi:type="dcterms:W3CDTF">2026-04-07T20:34:59Z</dcterms:created>
  <dcterms:modified xsi:type="dcterms:W3CDTF">2026-08-29T21:43:36Z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0x01010092392FA81A8BDD42994730CCA989B228</vt:lpwstr>
  </property>
</Properties>
</file>